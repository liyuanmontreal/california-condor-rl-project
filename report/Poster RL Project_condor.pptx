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32918400" cy="21945600"/>
  <p:notesSz cx="6858000" cy="9144000"/>
  <p:embeddedFontLst>
    <p:embeddedFont>
      <p:font typeface="Amaranth" panose="020B0604020202020204" charset="0"/>
      <p:regular r:id="rId4"/>
      <p:bold r:id="rId5"/>
      <p:italic r:id="rId6"/>
      <p:boldItalic r:id="rId7"/>
    </p:embeddedFont>
    <p:embeddedFont>
      <p:font typeface="Cambria Math" panose="02040503050406030204" pitchFamily="18" charset="0"/>
      <p:regular r:id="rId8"/>
    </p:embeddedFont>
    <p:embeddedFont>
      <p:font typeface="Titillium Web" panose="00000500000000000000" pitchFamily="2" charset="0"/>
      <p:regular r:id="rId9"/>
      <p:bold r:id="rId10"/>
      <p:italic r:id="rId11"/>
      <p:boldItalic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p15:clr>
            <a:srgbClr val="A4A3A4"/>
          </p15:clr>
        </p15:guide>
        <p15:guide id="2"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4" d="100"/>
          <a:sy n="94" d="100"/>
        </p:scale>
        <p:origin x="2287" y="-8450"/>
      </p:cViewPr>
      <p:guideLst>
        <p:guide orient="horz" pos="6912"/>
        <p:guide pos="103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theme" Target="theme/theme1.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1fdbee1643_2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g31fdbee1643_2_33:notes"/>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2469356" y="6817784"/>
            <a:ext cx="27979688" cy="4703233"/>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4937523" y="12435417"/>
            <a:ext cx="23043356" cy="5609167"/>
          </a:xfrm>
          <a:prstGeom prst="rect">
            <a:avLst/>
          </a:prstGeom>
          <a:noFill/>
          <a:ln>
            <a:noFill/>
          </a:ln>
        </p:spPr>
        <p:txBody>
          <a:bodyPr spcFirstLastPara="1" wrap="square" lIns="470250" tIns="235125" rIns="470250" bIns="235125" anchor="t" anchorCtr="0">
            <a:noAutofit/>
          </a:bodyPr>
          <a:lstStyle>
            <a:lvl1pPr lvl="0" algn="ctr">
              <a:spcBef>
                <a:spcPts val="2187"/>
              </a:spcBef>
              <a:spcAft>
                <a:spcPts val="0"/>
              </a:spcAft>
              <a:buClr>
                <a:schemeClr val="dk1"/>
              </a:buClr>
              <a:buSzPts val="10934"/>
              <a:buFont typeface="Arial"/>
              <a:buNone/>
              <a:defRPr/>
            </a:lvl1pPr>
            <a:lvl2pPr lvl="1" algn="ctr">
              <a:spcBef>
                <a:spcPts val="1920"/>
              </a:spcBef>
              <a:spcAft>
                <a:spcPts val="0"/>
              </a:spcAft>
              <a:buClr>
                <a:schemeClr val="dk1"/>
              </a:buClr>
              <a:buSzPts val="9600"/>
              <a:buFont typeface="Arial"/>
              <a:buNone/>
              <a:defRPr/>
            </a:lvl2pPr>
            <a:lvl3pPr lvl="2" algn="ctr">
              <a:spcBef>
                <a:spcPts val="1653"/>
              </a:spcBef>
              <a:spcAft>
                <a:spcPts val="0"/>
              </a:spcAft>
              <a:buClr>
                <a:schemeClr val="dk1"/>
              </a:buClr>
              <a:buSzPts val="8267"/>
              <a:buFont typeface="Arial"/>
              <a:buNone/>
              <a:defRPr/>
            </a:lvl3pPr>
            <a:lvl4pPr lvl="3" algn="ctr">
              <a:spcBef>
                <a:spcPts val="1387"/>
              </a:spcBef>
              <a:spcAft>
                <a:spcPts val="0"/>
              </a:spcAft>
              <a:buClr>
                <a:schemeClr val="dk1"/>
              </a:buClr>
              <a:buSzPts val="6934"/>
              <a:buFont typeface="Arial"/>
              <a:buNone/>
              <a:defRPr/>
            </a:lvl4pPr>
            <a:lvl5pPr lvl="4" algn="ctr">
              <a:spcBef>
                <a:spcPts val="1387"/>
              </a:spcBef>
              <a:spcAft>
                <a:spcPts val="0"/>
              </a:spcAft>
              <a:buClr>
                <a:schemeClr val="dk1"/>
              </a:buClr>
              <a:buSzPts val="6934"/>
              <a:buFont typeface="Arial"/>
              <a:buNone/>
              <a:defRPr/>
            </a:lvl5pPr>
            <a:lvl6pPr lvl="5" algn="ctr">
              <a:spcBef>
                <a:spcPts val="1387"/>
              </a:spcBef>
              <a:spcAft>
                <a:spcPts val="0"/>
              </a:spcAft>
              <a:buClr>
                <a:schemeClr val="dk1"/>
              </a:buClr>
              <a:buSzPts val="6934"/>
              <a:buFont typeface="Arial"/>
              <a:buNone/>
              <a:defRPr/>
            </a:lvl6pPr>
            <a:lvl7pPr lvl="6" algn="ctr">
              <a:spcBef>
                <a:spcPts val="1387"/>
              </a:spcBef>
              <a:spcAft>
                <a:spcPts val="0"/>
              </a:spcAft>
              <a:buClr>
                <a:schemeClr val="dk1"/>
              </a:buClr>
              <a:buSzPts val="6934"/>
              <a:buFont typeface="Arial"/>
              <a:buNone/>
              <a:defRPr/>
            </a:lvl7pPr>
            <a:lvl8pPr lvl="7" algn="ctr">
              <a:spcBef>
                <a:spcPts val="1387"/>
              </a:spcBef>
              <a:spcAft>
                <a:spcPts val="0"/>
              </a:spcAft>
              <a:buClr>
                <a:schemeClr val="dk1"/>
              </a:buClr>
              <a:buSzPts val="6934"/>
              <a:buFont typeface="Arial"/>
              <a:buNone/>
              <a:defRPr/>
            </a:lvl8pPr>
            <a:lvl9pPr lvl="8" algn="ctr">
              <a:spcBef>
                <a:spcPts val="1387"/>
              </a:spcBef>
              <a:spcAft>
                <a:spcPts val="0"/>
              </a:spcAft>
              <a:buClr>
                <a:schemeClr val="dk1"/>
              </a:buClr>
              <a:buSzPts val="6934"/>
              <a:buFont typeface="Arial"/>
              <a:buNone/>
              <a:defRPr/>
            </a:lvl9pPr>
          </a:lstStyle>
          <a:p>
            <a:endParaRPr/>
          </a:p>
        </p:txBody>
      </p:sp>
      <p:sp>
        <p:nvSpPr>
          <p:cNvPr id="18" name="Google Shape;18;p2"/>
          <p:cNvSpPr txBox="1">
            <a:spLocks noGrp="1"/>
          </p:cNvSpPr>
          <p:nvPr>
            <p:ph type="dt" idx="10"/>
          </p:nvPr>
        </p:nvSpPr>
        <p:spPr>
          <a:xfrm>
            <a:off x="1645444" y="19985568"/>
            <a:ext cx="7681913"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11246644" y="19985568"/>
            <a:ext cx="10425113"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23591044" y="19985568"/>
            <a:ext cx="7681913"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867"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867"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867"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867"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867"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867"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867"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867"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867"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1645444" y="878417"/>
            <a:ext cx="29627512" cy="36576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1645444" y="5120217"/>
            <a:ext cx="29627512" cy="14484350"/>
          </a:xfrm>
          <a:prstGeom prst="rect">
            <a:avLst/>
          </a:prstGeom>
          <a:noFill/>
          <a:ln>
            <a:noFill/>
          </a:ln>
        </p:spPr>
        <p:txBody>
          <a:bodyPr spcFirstLastPara="1" wrap="square" lIns="470250" tIns="235125" rIns="470250" bIns="2351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1645444" y="19985568"/>
            <a:ext cx="7681913"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11246644" y="19985568"/>
            <a:ext cx="10425113"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23591044" y="19985568"/>
            <a:ext cx="7681913"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867"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867"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867"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867"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867"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867"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867"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867"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867"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2600325" y="14102293"/>
            <a:ext cx="27980878" cy="4358217"/>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sz="2667"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2600325" y="9301692"/>
            <a:ext cx="27980878" cy="4800600"/>
          </a:xfrm>
          <a:prstGeom prst="rect">
            <a:avLst/>
          </a:prstGeom>
          <a:noFill/>
          <a:ln>
            <a:noFill/>
          </a:ln>
        </p:spPr>
        <p:txBody>
          <a:bodyPr spcFirstLastPara="1" wrap="square" lIns="470250" tIns="235125" rIns="470250" bIns="235125" anchor="b" anchorCtr="0">
            <a:noAutofit/>
          </a:bodyPr>
          <a:lstStyle>
            <a:lvl1pPr marL="457200" lvl="0" indent="-228600" algn="l">
              <a:spcBef>
                <a:spcPts val="267"/>
              </a:spcBef>
              <a:spcAft>
                <a:spcPts val="0"/>
              </a:spcAft>
              <a:buClr>
                <a:schemeClr val="dk1"/>
              </a:buClr>
              <a:buSzPts val="1333"/>
              <a:buFont typeface="Arial"/>
              <a:buNone/>
              <a:defRPr sz="1333"/>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13"/>
              </a:spcBef>
              <a:spcAft>
                <a:spcPts val="0"/>
              </a:spcAft>
              <a:buClr>
                <a:schemeClr val="dk1"/>
              </a:buClr>
              <a:buSzPts val="1067"/>
              <a:buFont typeface="Arial"/>
              <a:buNone/>
              <a:defRPr sz="1067"/>
            </a:lvl3pPr>
            <a:lvl4pPr marL="1828800" lvl="3" indent="-228600" algn="l">
              <a:spcBef>
                <a:spcPts val="187"/>
              </a:spcBef>
              <a:spcAft>
                <a:spcPts val="0"/>
              </a:spcAft>
              <a:buClr>
                <a:schemeClr val="dk1"/>
              </a:buClr>
              <a:buSzPts val="933"/>
              <a:buFont typeface="Arial"/>
              <a:buNone/>
              <a:defRPr sz="933"/>
            </a:lvl4pPr>
            <a:lvl5pPr marL="2286000" lvl="4" indent="-228600" algn="l">
              <a:spcBef>
                <a:spcPts val="187"/>
              </a:spcBef>
              <a:spcAft>
                <a:spcPts val="0"/>
              </a:spcAft>
              <a:buClr>
                <a:schemeClr val="dk1"/>
              </a:buClr>
              <a:buSzPts val="933"/>
              <a:buFont typeface="Arial"/>
              <a:buNone/>
              <a:defRPr sz="933"/>
            </a:lvl5pPr>
            <a:lvl6pPr marL="2743200" lvl="5" indent="-228600" algn="l">
              <a:spcBef>
                <a:spcPts val="187"/>
              </a:spcBef>
              <a:spcAft>
                <a:spcPts val="0"/>
              </a:spcAft>
              <a:buClr>
                <a:schemeClr val="dk1"/>
              </a:buClr>
              <a:buSzPts val="933"/>
              <a:buFont typeface="Arial"/>
              <a:buNone/>
              <a:defRPr sz="933"/>
            </a:lvl6pPr>
            <a:lvl7pPr marL="3200400" lvl="6" indent="-228600" algn="l">
              <a:spcBef>
                <a:spcPts val="187"/>
              </a:spcBef>
              <a:spcAft>
                <a:spcPts val="0"/>
              </a:spcAft>
              <a:buClr>
                <a:schemeClr val="dk1"/>
              </a:buClr>
              <a:buSzPts val="933"/>
              <a:buFont typeface="Arial"/>
              <a:buNone/>
              <a:defRPr sz="933"/>
            </a:lvl7pPr>
            <a:lvl8pPr marL="3657600" lvl="7" indent="-228600" algn="l">
              <a:spcBef>
                <a:spcPts val="187"/>
              </a:spcBef>
              <a:spcAft>
                <a:spcPts val="0"/>
              </a:spcAft>
              <a:buClr>
                <a:schemeClr val="dk1"/>
              </a:buClr>
              <a:buSzPts val="933"/>
              <a:buFont typeface="Arial"/>
              <a:buNone/>
              <a:defRPr sz="933"/>
            </a:lvl8pPr>
            <a:lvl9pPr marL="4114800" lvl="8" indent="-228600" algn="l">
              <a:spcBef>
                <a:spcPts val="187"/>
              </a:spcBef>
              <a:spcAft>
                <a:spcPts val="0"/>
              </a:spcAft>
              <a:buClr>
                <a:schemeClr val="dk1"/>
              </a:buClr>
              <a:buSzPts val="933"/>
              <a:buFont typeface="Arial"/>
              <a:buNone/>
              <a:defRPr sz="933"/>
            </a:lvl9pPr>
          </a:lstStyle>
          <a:p>
            <a:endParaRPr/>
          </a:p>
        </p:txBody>
      </p:sp>
      <p:sp>
        <p:nvSpPr>
          <p:cNvPr id="30" name="Google Shape;30;p4"/>
          <p:cNvSpPr txBox="1">
            <a:spLocks noGrp="1"/>
          </p:cNvSpPr>
          <p:nvPr>
            <p:ph type="dt" idx="10"/>
          </p:nvPr>
        </p:nvSpPr>
        <p:spPr>
          <a:xfrm>
            <a:off x="1645444" y="19985568"/>
            <a:ext cx="7681913"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11246644" y="19985568"/>
            <a:ext cx="10425113"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23591044" y="19985568"/>
            <a:ext cx="7681913"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867"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867"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867"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867"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867"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867"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867"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867"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867"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1645444" y="878417"/>
            <a:ext cx="29627512" cy="36576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1645444" y="5120217"/>
            <a:ext cx="14756606" cy="14484350"/>
          </a:xfrm>
          <a:prstGeom prst="rect">
            <a:avLst/>
          </a:prstGeom>
          <a:noFill/>
          <a:ln>
            <a:noFill/>
          </a:ln>
        </p:spPr>
        <p:txBody>
          <a:bodyPr spcFirstLastPara="1" wrap="square" lIns="470250" tIns="235125" rIns="470250" bIns="235125" anchor="t" anchorCtr="0">
            <a:noAutofit/>
          </a:bodyPr>
          <a:lstStyle>
            <a:lvl1pPr marL="457200" lvl="0" indent="-347154" algn="l">
              <a:spcBef>
                <a:spcPts val="373"/>
              </a:spcBef>
              <a:spcAft>
                <a:spcPts val="0"/>
              </a:spcAft>
              <a:buClr>
                <a:schemeClr val="dk1"/>
              </a:buClr>
              <a:buSzPts val="1867"/>
              <a:buFont typeface="Arial"/>
              <a:buChar char="•"/>
              <a:defRPr sz="1867"/>
            </a:lvl1pPr>
            <a:lvl2pPr marL="914400" lvl="1" indent="-330200" algn="l">
              <a:spcBef>
                <a:spcPts val="320"/>
              </a:spcBef>
              <a:spcAft>
                <a:spcPts val="0"/>
              </a:spcAft>
              <a:buClr>
                <a:schemeClr val="dk1"/>
              </a:buClr>
              <a:buSzPts val="1600"/>
              <a:buFont typeface="Arial"/>
              <a:buChar char="–"/>
              <a:defRPr sz="1600"/>
            </a:lvl2pPr>
            <a:lvl3pPr marL="1371600" lvl="2" indent="-313245" algn="l">
              <a:spcBef>
                <a:spcPts val="267"/>
              </a:spcBef>
              <a:spcAft>
                <a:spcPts val="0"/>
              </a:spcAft>
              <a:buClr>
                <a:schemeClr val="dk1"/>
              </a:buClr>
              <a:buSzPts val="1333"/>
              <a:buFont typeface="Arial"/>
              <a:buChar char="•"/>
              <a:defRPr sz="1333"/>
            </a:lvl3pPr>
            <a:lvl4pPr marL="1828800" lvl="3" indent="-304800" algn="l">
              <a:spcBef>
                <a:spcPts val="240"/>
              </a:spcBef>
              <a:spcAft>
                <a:spcPts val="0"/>
              </a:spcAft>
              <a:buClr>
                <a:schemeClr val="dk1"/>
              </a:buClr>
              <a:buSzPts val="1200"/>
              <a:buFont typeface="Arial"/>
              <a:buChar char="–"/>
              <a:defRPr sz="1200"/>
            </a:lvl4pPr>
            <a:lvl5pPr marL="2286000" lvl="4" indent="-304800" algn="l">
              <a:spcBef>
                <a:spcPts val="240"/>
              </a:spcBef>
              <a:spcAft>
                <a:spcPts val="0"/>
              </a:spcAft>
              <a:buClr>
                <a:schemeClr val="dk1"/>
              </a:buClr>
              <a:buSzPts val="1200"/>
              <a:buFont typeface="Arial"/>
              <a:buChar char="»"/>
              <a:defRPr sz="1200"/>
            </a:lvl5pPr>
            <a:lvl6pPr marL="2743200" lvl="5" indent="-304800" algn="l">
              <a:spcBef>
                <a:spcPts val="240"/>
              </a:spcBef>
              <a:spcAft>
                <a:spcPts val="0"/>
              </a:spcAft>
              <a:buClr>
                <a:schemeClr val="dk1"/>
              </a:buClr>
              <a:buSzPts val="1200"/>
              <a:buFont typeface="Arial"/>
              <a:buChar char="»"/>
              <a:defRPr sz="1200"/>
            </a:lvl6pPr>
            <a:lvl7pPr marL="3200400" lvl="6" indent="-304800" algn="l">
              <a:spcBef>
                <a:spcPts val="240"/>
              </a:spcBef>
              <a:spcAft>
                <a:spcPts val="0"/>
              </a:spcAft>
              <a:buClr>
                <a:schemeClr val="dk1"/>
              </a:buClr>
              <a:buSzPts val="1200"/>
              <a:buFont typeface="Arial"/>
              <a:buChar char="»"/>
              <a:defRPr sz="1200"/>
            </a:lvl7pPr>
            <a:lvl8pPr marL="3657600" lvl="7" indent="-304800" algn="l">
              <a:spcBef>
                <a:spcPts val="240"/>
              </a:spcBef>
              <a:spcAft>
                <a:spcPts val="0"/>
              </a:spcAft>
              <a:buClr>
                <a:schemeClr val="dk1"/>
              </a:buClr>
              <a:buSzPts val="1200"/>
              <a:buFont typeface="Arial"/>
              <a:buChar char="»"/>
              <a:defRPr sz="1200"/>
            </a:lvl8pPr>
            <a:lvl9pPr marL="4114800" lvl="8" indent="-304800" algn="l">
              <a:spcBef>
                <a:spcPts val="240"/>
              </a:spcBef>
              <a:spcAft>
                <a:spcPts val="0"/>
              </a:spcAft>
              <a:buClr>
                <a:schemeClr val="dk1"/>
              </a:buClr>
              <a:buSzPts val="1200"/>
              <a:buFont typeface="Arial"/>
              <a:buChar char="»"/>
              <a:defRPr sz="1200"/>
            </a:lvl9pPr>
          </a:lstStyle>
          <a:p>
            <a:endParaRPr/>
          </a:p>
        </p:txBody>
      </p:sp>
      <p:sp>
        <p:nvSpPr>
          <p:cNvPr id="36" name="Google Shape;36;p5"/>
          <p:cNvSpPr txBox="1">
            <a:spLocks noGrp="1"/>
          </p:cNvSpPr>
          <p:nvPr>
            <p:ph type="body" idx="2"/>
          </p:nvPr>
        </p:nvSpPr>
        <p:spPr>
          <a:xfrm>
            <a:off x="16516352" y="5120217"/>
            <a:ext cx="14756606" cy="14484350"/>
          </a:xfrm>
          <a:prstGeom prst="rect">
            <a:avLst/>
          </a:prstGeom>
          <a:noFill/>
          <a:ln>
            <a:noFill/>
          </a:ln>
        </p:spPr>
        <p:txBody>
          <a:bodyPr spcFirstLastPara="1" wrap="square" lIns="470250" tIns="235125" rIns="470250" bIns="235125" anchor="t" anchorCtr="0">
            <a:noAutofit/>
          </a:bodyPr>
          <a:lstStyle>
            <a:lvl1pPr marL="457200" lvl="0" indent="-347154" algn="l">
              <a:spcBef>
                <a:spcPts val="373"/>
              </a:spcBef>
              <a:spcAft>
                <a:spcPts val="0"/>
              </a:spcAft>
              <a:buClr>
                <a:schemeClr val="dk1"/>
              </a:buClr>
              <a:buSzPts val="1867"/>
              <a:buFont typeface="Arial"/>
              <a:buChar char="•"/>
              <a:defRPr sz="1867"/>
            </a:lvl1pPr>
            <a:lvl2pPr marL="914400" lvl="1" indent="-330200" algn="l">
              <a:spcBef>
                <a:spcPts val="320"/>
              </a:spcBef>
              <a:spcAft>
                <a:spcPts val="0"/>
              </a:spcAft>
              <a:buClr>
                <a:schemeClr val="dk1"/>
              </a:buClr>
              <a:buSzPts val="1600"/>
              <a:buFont typeface="Arial"/>
              <a:buChar char="–"/>
              <a:defRPr sz="1600"/>
            </a:lvl2pPr>
            <a:lvl3pPr marL="1371600" lvl="2" indent="-313245" algn="l">
              <a:spcBef>
                <a:spcPts val="267"/>
              </a:spcBef>
              <a:spcAft>
                <a:spcPts val="0"/>
              </a:spcAft>
              <a:buClr>
                <a:schemeClr val="dk1"/>
              </a:buClr>
              <a:buSzPts val="1333"/>
              <a:buFont typeface="Arial"/>
              <a:buChar char="•"/>
              <a:defRPr sz="1333"/>
            </a:lvl3pPr>
            <a:lvl4pPr marL="1828800" lvl="3" indent="-304800" algn="l">
              <a:spcBef>
                <a:spcPts val="240"/>
              </a:spcBef>
              <a:spcAft>
                <a:spcPts val="0"/>
              </a:spcAft>
              <a:buClr>
                <a:schemeClr val="dk1"/>
              </a:buClr>
              <a:buSzPts val="1200"/>
              <a:buFont typeface="Arial"/>
              <a:buChar char="–"/>
              <a:defRPr sz="1200"/>
            </a:lvl4pPr>
            <a:lvl5pPr marL="2286000" lvl="4" indent="-304800" algn="l">
              <a:spcBef>
                <a:spcPts val="240"/>
              </a:spcBef>
              <a:spcAft>
                <a:spcPts val="0"/>
              </a:spcAft>
              <a:buClr>
                <a:schemeClr val="dk1"/>
              </a:buClr>
              <a:buSzPts val="1200"/>
              <a:buFont typeface="Arial"/>
              <a:buChar char="»"/>
              <a:defRPr sz="1200"/>
            </a:lvl5pPr>
            <a:lvl6pPr marL="2743200" lvl="5" indent="-304800" algn="l">
              <a:spcBef>
                <a:spcPts val="240"/>
              </a:spcBef>
              <a:spcAft>
                <a:spcPts val="0"/>
              </a:spcAft>
              <a:buClr>
                <a:schemeClr val="dk1"/>
              </a:buClr>
              <a:buSzPts val="1200"/>
              <a:buFont typeface="Arial"/>
              <a:buChar char="»"/>
              <a:defRPr sz="1200"/>
            </a:lvl6pPr>
            <a:lvl7pPr marL="3200400" lvl="6" indent="-304800" algn="l">
              <a:spcBef>
                <a:spcPts val="240"/>
              </a:spcBef>
              <a:spcAft>
                <a:spcPts val="0"/>
              </a:spcAft>
              <a:buClr>
                <a:schemeClr val="dk1"/>
              </a:buClr>
              <a:buSzPts val="1200"/>
              <a:buFont typeface="Arial"/>
              <a:buChar char="»"/>
              <a:defRPr sz="1200"/>
            </a:lvl7pPr>
            <a:lvl8pPr marL="3657600" lvl="7" indent="-304800" algn="l">
              <a:spcBef>
                <a:spcPts val="240"/>
              </a:spcBef>
              <a:spcAft>
                <a:spcPts val="0"/>
              </a:spcAft>
              <a:buClr>
                <a:schemeClr val="dk1"/>
              </a:buClr>
              <a:buSzPts val="1200"/>
              <a:buFont typeface="Arial"/>
              <a:buChar char="»"/>
              <a:defRPr sz="1200"/>
            </a:lvl8pPr>
            <a:lvl9pPr marL="4114800" lvl="8" indent="-304800" algn="l">
              <a:spcBef>
                <a:spcPts val="240"/>
              </a:spcBef>
              <a:spcAft>
                <a:spcPts val="0"/>
              </a:spcAft>
              <a:buClr>
                <a:schemeClr val="dk1"/>
              </a:buClr>
              <a:buSzPts val="1200"/>
              <a:buFont typeface="Arial"/>
              <a:buChar char="»"/>
              <a:defRPr sz="1200"/>
            </a:lvl9pPr>
          </a:lstStyle>
          <a:p>
            <a:endParaRPr/>
          </a:p>
        </p:txBody>
      </p:sp>
      <p:sp>
        <p:nvSpPr>
          <p:cNvPr id="37" name="Google Shape;37;p5"/>
          <p:cNvSpPr txBox="1">
            <a:spLocks noGrp="1"/>
          </p:cNvSpPr>
          <p:nvPr>
            <p:ph type="dt" idx="10"/>
          </p:nvPr>
        </p:nvSpPr>
        <p:spPr>
          <a:xfrm>
            <a:off x="1645444" y="19985568"/>
            <a:ext cx="7681913"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11246644" y="19985568"/>
            <a:ext cx="10425113"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23591044" y="19985568"/>
            <a:ext cx="7681913"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867"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867"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867"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867"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867"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867"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867"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867"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867"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1645444" y="878417"/>
            <a:ext cx="29627512" cy="36576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1645444" y="4912784"/>
            <a:ext cx="14544675" cy="2046817"/>
          </a:xfrm>
          <a:prstGeom prst="rect">
            <a:avLst/>
          </a:prstGeom>
          <a:noFill/>
          <a:ln>
            <a:noFill/>
          </a:ln>
        </p:spPr>
        <p:txBody>
          <a:bodyPr spcFirstLastPara="1" wrap="square" lIns="470250" tIns="235125" rIns="470250" bIns="235125" anchor="b" anchorCtr="0">
            <a:noAutofit/>
          </a:bodyPr>
          <a:lstStyle>
            <a:lvl1pPr marL="457200" lvl="0" indent="-228600" algn="l">
              <a:spcBef>
                <a:spcPts val="320"/>
              </a:spcBef>
              <a:spcAft>
                <a:spcPts val="0"/>
              </a:spcAft>
              <a:buClr>
                <a:schemeClr val="dk1"/>
              </a:buClr>
              <a:buSzPts val="1600"/>
              <a:buFont typeface="Arial"/>
              <a:buNone/>
              <a:defRPr sz="1600" b="1"/>
            </a:lvl1pPr>
            <a:lvl2pPr marL="914400" lvl="1" indent="-228600" algn="l">
              <a:spcBef>
                <a:spcPts val="267"/>
              </a:spcBef>
              <a:spcAft>
                <a:spcPts val="0"/>
              </a:spcAft>
              <a:buClr>
                <a:schemeClr val="dk1"/>
              </a:buClr>
              <a:buSzPts val="1333"/>
              <a:buFont typeface="Arial"/>
              <a:buNone/>
              <a:defRPr sz="1333" b="1"/>
            </a:lvl2pPr>
            <a:lvl3pPr marL="1371600" lvl="2" indent="-228600" algn="l">
              <a:spcBef>
                <a:spcPts val="240"/>
              </a:spcBef>
              <a:spcAft>
                <a:spcPts val="0"/>
              </a:spcAft>
              <a:buClr>
                <a:schemeClr val="dk1"/>
              </a:buClr>
              <a:buSzPts val="1200"/>
              <a:buFont typeface="Arial"/>
              <a:buNone/>
              <a:defRPr sz="1200" b="1"/>
            </a:lvl3pPr>
            <a:lvl4pPr marL="1828800" lvl="3" indent="-228600" algn="l">
              <a:spcBef>
                <a:spcPts val="213"/>
              </a:spcBef>
              <a:spcAft>
                <a:spcPts val="0"/>
              </a:spcAft>
              <a:buClr>
                <a:schemeClr val="dk1"/>
              </a:buClr>
              <a:buSzPts val="1067"/>
              <a:buFont typeface="Arial"/>
              <a:buNone/>
              <a:defRPr sz="1067" b="1"/>
            </a:lvl4pPr>
            <a:lvl5pPr marL="2286000" lvl="4" indent="-228600" algn="l">
              <a:spcBef>
                <a:spcPts val="213"/>
              </a:spcBef>
              <a:spcAft>
                <a:spcPts val="0"/>
              </a:spcAft>
              <a:buClr>
                <a:schemeClr val="dk1"/>
              </a:buClr>
              <a:buSzPts val="1067"/>
              <a:buFont typeface="Arial"/>
              <a:buNone/>
              <a:defRPr sz="1067" b="1"/>
            </a:lvl5pPr>
            <a:lvl6pPr marL="2743200" lvl="5" indent="-228600" algn="l">
              <a:spcBef>
                <a:spcPts val="213"/>
              </a:spcBef>
              <a:spcAft>
                <a:spcPts val="0"/>
              </a:spcAft>
              <a:buClr>
                <a:schemeClr val="dk1"/>
              </a:buClr>
              <a:buSzPts val="1067"/>
              <a:buFont typeface="Arial"/>
              <a:buNone/>
              <a:defRPr sz="1067" b="1"/>
            </a:lvl6pPr>
            <a:lvl7pPr marL="3200400" lvl="6" indent="-228600" algn="l">
              <a:spcBef>
                <a:spcPts val="213"/>
              </a:spcBef>
              <a:spcAft>
                <a:spcPts val="0"/>
              </a:spcAft>
              <a:buClr>
                <a:schemeClr val="dk1"/>
              </a:buClr>
              <a:buSzPts val="1067"/>
              <a:buFont typeface="Arial"/>
              <a:buNone/>
              <a:defRPr sz="1067" b="1"/>
            </a:lvl7pPr>
            <a:lvl8pPr marL="3657600" lvl="7" indent="-228600" algn="l">
              <a:spcBef>
                <a:spcPts val="213"/>
              </a:spcBef>
              <a:spcAft>
                <a:spcPts val="0"/>
              </a:spcAft>
              <a:buClr>
                <a:schemeClr val="dk1"/>
              </a:buClr>
              <a:buSzPts val="1067"/>
              <a:buFont typeface="Arial"/>
              <a:buNone/>
              <a:defRPr sz="1067" b="1"/>
            </a:lvl8pPr>
            <a:lvl9pPr marL="4114800" lvl="8" indent="-228600" algn="l">
              <a:spcBef>
                <a:spcPts val="213"/>
              </a:spcBef>
              <a:spcAft>
                <a:spcPts val="0"/>
              </a:spcAft>
              <a:buClr>
                <a:schemeClr val="dk1"/>
              </a:buClr>
              <a:buSzPts val="1067"/>
              <a:buFont typeface="Arial"/>
              <a:buNone/>
              <a:defRPr sz="1067" b="1"/>
            </a:lvl9pPr>
          </a:lstStyle>
          <a:p>
            <a:endParaRPr/>
          </a:p>
        </p:txBody>
      </p:sp>
      <p:sp>
        <p:nvSpPr>
          <p:cNvPr id="43" name="Google Shape;43;p6"/>
          <p:cNvSpPr txBox="1">
            <a:spLocks noGrp="1"/>
          </p:cNvSpPr>
          <p:nvPr>
            <p:ph type="body" idx="2"/>
          </p:nvPr>
        </p:nvSpPr>
        <p:spPr>
          <a:xfrm>
            <a:off x="1645444" y="6959600"/>
            <a:ext cx="14544675" cy="12643908"/>
          </a:xfrm>
          <a:prstGeom prst="rect">
            <a:avLst/>
          </a:prstGeom>
          <a:noFill/>
          <a:ln>
            <a:noFill/>
          </a:ln>
        </p:spPr>
        <p:txBody>
          <a:bodyPr spcFirstLastPara="1" wrap="square" lIns="470250" tIns="235125" rIns="470250" bIns="235125" anchor="t" anchorCtr="0">
            <a:noAutofit/>
          </a:bodyPr>
          <a:lstStyle>
            <a:lvl1pPr marL="457200" lvl="0" indent="-330200" algn="l">
              <a:spcBef>
                <a:spcPts val="320"/>
              </a:spcBef>
              <a:spcAft>
                <a:spcPts val="0"/>
              </a:spcAft>
              <a:buClr>
                <a:schemeClr val="dk1"/>
              </a:buClr>
              <a:buSzPts val="1600"/>
              <a:buFont typeface="Arial"/>
              <a:buChar char="•"/>
              <a:defRPr sz="1600"/>
            </a:lvl1pPr>
            <a:lvl2pPr marL="914400" lvl="1" indent="-313245" algn="l">
              <a:spcBef>
                <a:spcPts val="267"/>
              </a:spcBef>
              <a:spcAft>
                <a:spcPts val="0"/>
              </a:spcAft>
              <a:buClr>
                <a:schemeClr val="dk1"/>
              </a:buClr>
              <a:buSzPts val="1333"/>
              <a:buFont typeface="Arial"/>
              <a:buChar char="–"/>
              <a:defRPr sz="1333"/>
            </a:lvl2pPr>
            <a:lvl3pPr marL="1371600" lvl="2" indent="-304800" algn="l">
              <a:spcBef>
                <a:spcPts val="240"/>
              </a:spcBef>
              <a:spcAft>
                <a:spcPts val="0"/>
              </a:spcAft>
              <a:buClr>
                <a:schemeClr val="dk1"/>
              </a:buClr>
              <a:buSzPts val="1200"/>
              <a:buFont typeface="Arial"/>
              <a:buChar char="•"/>
              <a:defRPr sz="1200"/>
            </a:lvl3pPr>
            <a:lvl4pPr marL="1828800" lvl="3" indent="-296354" algn="l">
              <a:spcBef>
                <a:spcPts val="213"/>
              </a:spcBef>
              <a:spcAft>
                <a:spcPts val="0"/>
              </a:spcAft>
              <a:buClr>
                <a:schemeClr val="dk1"/>
              </a:buClr>
              <a:buSzPts val="1067"/>
              <a:buFont typeface="Arial"/>
              <a:buChar char="–"/>
              <a:defRPr sz="1067"/>
            </a:lvl4pPr>
            <a:lvl5pPr marL="2286000" lvl="4" indent="-296354" algn="l">
              <a:spcBef>
                <a:spcPts val="213"/>
              </a:spcBef>
              <a:spcAft>
                <a:spcPts val="0"/>
              </a:spcAft>
              <a:buClr>
                <a:schemeClr val="dk1"/>
              </a:buClr>
              <a:buSzPts val="1067"/>
              <a:buFont typeface="Arial"/>
              <a:buChar char="»"/>
              <a:defRPr sz="1067"/>
            </a:lvl5pPr>
            <a:lvl6pPr marL="2743200" lvl="5" indent="-296354" algn="l">
              <a:spcBef>
                <a:spcPts val="213"/>
              </a:spcBef>
              <a:spcAft>
                <a:spcPts val="0"/>
              </a:spcAft>
              <a:buClr>
                <a:schemeClr val="dk1"/>
              </a:buClr>
              <a:buSzPts val="1067"/>
              <a:buFont typeface="Arial"/>
              <a:buChar char="»"/>
              <a:defRPr sz="1067"/>
            </a:lvl6pPr>
            <a:lvl7pPr marL="3200400" lvl="6" indent="-296354" algn="l">
              <a:spcBef>
                <a:spcPts val="213"/>
              </a:spcBef>
              <a:spcAft>
                <a:spcPts val="0"/>
              </a:spcAft>
              <a:buClr>
                <a:schemeClr val="dk1"/>
              </a:buClr>
              <a:buSzPts val="1067"/>
              <a:buFont typeface="Arial"/>
              <a:buChar char="»"/>
              <a:defRPr sz="1067"/>
            </a:lvl7pPr>
            <a:lvl8pPr marL="3657600" lvl="7" indent="-296354" algn="l">
              <a:spcBef>
                <a:spcPts val="213"/>
              </a:spcBef>
              <a:spcAft>
                <a:spcPts val="0"/>
              </a:spcAft>
              <a:buClr>
                <a:schemeClr val="dk1"/>
              </a:buClr>
              <a:buSzPts val="1067"/>
              <a:buFont typeface="Arial"/>
              <a:buChar char="»"/>
              <a:defRPr sz="1067"/>
            </a:lvl8pPr>
            <a:lvl9pPr marL="4114800" lvl="8" indent="-296354" algn="l">
              <a:spcBef>
                <a:spcPts val="213"/>
              </a:spcBef>
              <a:spcAft>
                <a:spcPts val="0"/>
              </a:spcAft>
              <a:buClr>
                <a:schemeClr val="dk1"/>
              </a:buClr>
              <a:buSzPts val="1067"/>
              <a:buFont typeface="Arial"/>
              <a:buChar char="»"/>
              <a:defRPr sz="1067"/>
            </a:lvl9pPr>
          </a:lstStyle>
          <a:p>
            <a:endParaRPr/>
          </a:p>
        </p:txBody>
      </p:sp>
      <p:sp>
        <p:nvSpPr>
          <p:cNvPr id="44" name="Google Shape;44;p6"/>
          <p:cNvSpPr txBox="1">
            <a:spLocks noGrp="1"/>
          </p:cNvSpPr>
          <p:nvPr>
            <p:ph type="body" idx="3"/>
          </p:nvPr>
        </p:nvSpPr>
        <p:spPr>
          <a:xfrm>
            <a:off x="16722328" y="4912784"/>
            <a:ext cx="14550630" cy="2046817"/>
          </a:xfrm>
          <a:prstGeom prst="rect">
            <a:avLst/>
          </a:prstGeom>
          <a:noFill/>
          <a:ln>
            <a:noFill/>
          </a:ln>
        </p:spPr>
        <p:txBody>
          <a:bodyPr spcFirstLastPara="1" wrap="square" lIns="470250" tIns="235125" rIns="470250" bIns="235125" anchor="b" anchorCtr="0">
            <a:noAutofit/>
          </a:bodyPr>
          <a:lstStyle>
            <a:lvl1pPr marL="457200" lvl="0" indent="-228600" algn="l">
              <a:spcBef>
                <a:spcPts val="320"/>
              </a:spcBef>
              <a:spcAft>
                <a:spcPts val="0"/>
              </a:spcAft>
              <a:buClr>
                <a:schemeClr val="dk1"/>
              </a:buClr>
              <a:buSzPts val="1600"/>
              <a:buFont typeface="Arial"/>
              <a:buNone/>
              <a:defRPr sz="1600" b="1"/>
            </a:lvl1pPr>
            <a:lvl2pPr marL="914400" lvl="1" indent="-228600" algn="l">
              <a:spcBef>
                <a:spcPts val="267"/>
              </a:spcBef>
              <a:spcAft>
                <a:spcPts val="0"/>
              </a:spcAft>
              <a:buClr>
                <a:schemeClr val="dk1"/>
              </a:buClr>
              <a:buSzPts val="1333"/>
              <a:buFont typeface="Arial"/>
              <a:buNone/>
              <a:defRPr sz="1333" b="1"/>
            </a:lvl2pPr>
            <a:lvl3pPr marL="1371600" lvl="2" indent="-228600" algn="l">
              <a:spcBef>
                <a:spcPts val="240"/>
              </a:spcBef>
              <a:spcAft>
                <a:spcPts val="0"/>
              </a:spcAft>
              <a:buClr>
                <a:schemeClr val="dk1"/>
              </a:buClr>
              <a:buSzPts val="1200"/>
              <a:buFont typeface="Arial"/>
              <a:buNone/>
              <a:defRPr sz="1200" b="1"/>
            </a:lvl3pPr>
            <a:lvl4pPr marL="1828800" lvl="3" indent="-228600" algn="l">
              <a:spcBef>
                <a:spcPts val="213"/>
              </a:spcBef>
              <a:spcAft>
                <a:spcPts val="0"/>
              </a:spcAft>
              <a:buClr>
                <a:schemeClr val="dk1"/>
              </a:buClr>
              <a:buSzPts val="1067"/>
              <a:buFont typeface="Arial"/>
              <a:buNone/>
              <a:defRPr sz="1067" b="1"/>
            </a:lvl4pPr>
            <a:lvl5pPr marL="2286000" lvl="4" indent="-228600" algn="l">
              <a:spcBef>
                <a:spcPts val="213"/>
              </a:spcBef>
              <a:spcAft>
                <a:spcPts val="0"/>
              </a:spcAft>
              <a:buClr>
                <a:schemeClr val="dk1"/>
              </a:buClr>
              <a:buSzPts val="1067"/>
              <a:buFont typeface="Arial"/>
              <a:buNone/>
              <a:defRPr sz="1067" b="1"/>
            </a:lvl5pPr>
            <a:lvl6pPr marL="2743200" lvl="5" indent="-228600" algn="l">
              <a:spcBef>
                <a:spcPts val="213"/>
              </a:spcBef>
              <a:spcAft>
                <a:spcPts val="0"/>
              </a:spcAft>
              <a:buClr>
                <a:schemeClr val="dk1"/>
              </a:buClr>
              <a:buSzPts val="1067"/>
              <a:buFont typeface="Arial"/>
              <a:buNone/>
              <a:defRPr sz="1067" b="1"/>
            </a:lvl6pPr>
            <a:lvl7pPr marL="3200400" lvl="6" indent="-228600" algn="l">
              <a:spcBef>
                <a:spcPts val="213"/>
              </a:spcBef>
              <a:spcAft>
                <a:spcPts val="0"/>
              </a:spcAft>
              <a:buClr>
                <a:schemeClr val="dk1"/>
              </a:buClr>
              <a:buSzPts val="1067"/>
              <a:buFont typeface="Arial"/>
              <a:buNone/>
              <a:defRPr sz="1067" b="1"/>
            </a:lvl7pPr>
            <a:lvl8pPr marL="3657600" lvl="7" indent="-228600" algn="l">
              <a:spcBef>
                <a:spcPts val="213"/>
              </a:spcBef>
              <a:spcAft>
                <a:spcPts val="0"/>
              </a:spcAft>
              <a:buClr>
                <a:schemeClr val="dk1"/>
              </a:buClr>
              <a:buSzPts val="1067"/>
              <a:buFont typeface="Arial"/>
              <a:buNone/>
              <a:defRPr sz="1067" b="1"/>
            </a:lvl8pPr>
            <a:lvl9pPr marL="4114800" lvl="8" indent="-228600" algn="l">
              <a:spcBef>
                <a:spcPts val="213"/>
              </a:spcBef>
              <a:spcAft>
                <a:spcPts val="0"/>
              </a:spcAft>
              <a:buClr>
                <a:schemeClr val="dk1"/>
              </a:buClr>
              <a:buSzPts val="1067"/>
              <a:buFont typeface="Arial"/>
              <a:buNone/>
              <a:defRPr sz="1067" b="1"/>
            </a:lvl9pPr>
          </a:lstStyle>
          <a:p>
            <a:endParaRPr/>
          </a:p>
        </p:txBody>
      </p:sp>
      <p:sp>
        <p:nvSpPr>
          <p:cNvPr id="45" name="Google Shape;45;p6"/>
          <p:cNvSpPr txBox="1">
            <a:spLocks noGrp="1"/>
          </p:cNvSpPr>
          <p:nvPr>
            <p:ph type="body" idx="4"/>
          </p:nvPr>
        </p:nvSpPr>
        <p:spPr>
          <a:xfrm>
            <a:off x="16722328" y="6959600"/>
            <a:ext cx="14550630" cy="12643908"/>
          </a:xfrm>
          <a:prstGeom prst="rect">
            <a:avLst/>
          </a:prstGeom>
          <a:noFill/>
          <a:ln>
            <a:noFill/>
          </a:ln>
        </p:spPr>
        <p:txBody>
          <a:bodyPr spcFirstLastPara="1" wrap="square" lIns="470250" tIns="235125" rIns="470250" bIns="235125" anchor="t" anchorCtr="0">
            <a:noAutofit/>
          </a:bodyPr>
          <a:lstStyle>
            <a:lvl1pPr marL="457200" lvl="0" indent="-330200" algn="l">
              <a:spcBef>
                <a:spcPts val="320"/>
              </a:spcBef>
              <a:spcAft>
                <a:spcPts val="0"/>
              </a:spcAft>
              <a:buClr>
                <a:schemeClr val="dk1"/>
              </a:buClr>
              <a:buSzPts val="1600"/>
              <a:buFont typeface="Arial"/>
              <a:buChar char="•"/>
              <a:defRPr sz="1600"/>
            </a:lvl1pPr>
            <a:lvl2pPr marL="914400" lvl="1" indent="-313245" algn="l">
              <a:spcBef>
                <a:spcPts val="267"/>
              </a:spcBef>
              <a:spcAft>
                <a:spcPts val="0"/>
              </a:spcAft>
              <a:buClr>
                <a:schemeClr val="dk1"/>
              </a:buClr>
              <a:buSzPts val="1333"/>
              <a:buFont typeface="Arial"/>
              <a:buChar char="–"/>
              <a:defRPr sz="1333"/>
            </a:lvl2pPr>
            <a:lvl3pPr marL="1371600" lvl="2" indent="-304800" algn="l">
              <a:spcBef>
                <a:spcPts val="240"/>
              </a:spcBef>
              <a:spcAft>
                <a:spcPts val="0"/>
              </a:spcAft>
              <a:buClr>
                <a:schemeClr val="dk1"/>
              </a:buClr>
              <a:buSzPts val="1200"/>
              <a:buFont typeface="Arial"/>
              <a:buChar char="•"/>
              <a:defRPr sz="1200"/>
            </a:lvl3pPr>
            <a:lvl4pPr marL="1828800" lvl="3" indent="-296354" algn="l">
              <a:spcBef>
                <a:spcPts val="213"/>
              </a:spcBef>
              <a:spcAft>
                <a:spcPts val="0"/>
              </a:spcAft>
              <a:buClr>
                <a:schemeClr val="dk1"/>
              </a:buClr>
              <a:buSzPts val="1067"/>
              <a:buFont typeface="Arial"/>
              <a:buChar char="–"/>
              <a:defRPr sz="1067"/>
            </a:lvl4pPr>
            <a:lvl5pPr marL="2286000" lvl="4" indent="-296354" algn="l">
              <a:spcBef>
                <a:spcPts val="213"/>
              </a:spcBef>
              <a:spcAft>
                <a:spcPts val="0"/>
              </a:spcAft>
              <a:buClr>
                <a:schemeClr val="dk1"/>
              </a:buClr>
              <a:buSzPts val="1067"/>
              <a:buFont typeface="Arial"/>
              <a:buChar char="»"/>
              <a:defRPr sz="1067"/>
            </a:lvl5pPr>
            <a:lvl6pPr marL="2743200" lvl="5" indent="-296354" algn="l">
              <a:spcBef>
                <a:spcPts val="213"/>
              </a:spcBef>
              <a:spcAft>
                <a:spcPts val="0"/>
              </a:spcAft>
              <a:buClr>
                <a:schemeClr val="dk1"/>
              </a:buClr>
              <a:buSzPts val="1067"/>
              <a:buFont typeface="Arial"/>
              <a:buChar char="»"/>
              <a:defRPr sz="1067"/>
            </a:lvl6pPr>
            <a:lvl7pPr marL="3200400" lvl="6" indent="-296354" algn="l">
              <a:spcBef>
                <a:spcPts val="213"/>
              </a:spcBef>
              <a:spcAft>
                <a:spcPts val="0"/>
              </a:spcAft>
              <a:buClr>
                <a:schemeClr val="dk1"/>
              </a:buClr>
              <a:buSzPts val="1067"/>
              <a:buFont typeface="Arial"/>
              <a:buChar char="»"/>
              <a:defRPr sz="1067"/>
            </a:lvl7pPr>
            <a:lvl8pPr marL="3657600" lvl="7" indent="-296354" algn="l">
              <a:spcBef>
                <a:spcPts val="213"/>
              </a:spcBef>
              <a:spcAft>
                <a:spcPts val="0"/>
              </a:spcAft>
              <a:buClr>
                <a:schemeClr val="dk1"/>
              </a:buClr>
              <a:buSzPts val="1067"/>
              <a:buFont typeface="Arial"/>
              <a:buChar char="»"/>
              <a:defRPr sz="1067"/>
            </a:lvl8pPr>
            <a:lvl9pPr marL="4114800" lvl="8" indent="-296354" algn="l">
              <a:spcBef>
                <a:spcPts val="213"/>
              </a:spcBef>
              <a:spcAft>
                <a:spcPts val="0"/>
              </a:spcAft>
              <a:buClr>
                <a:schemeClr val="dk1"/>
              </a:buClr>
              <a:buSzPts val="1067"/>
              <a:buFont typeface="Arial"/>
              <a:buChar char="»"/>
              <a:defRPr sz="1067"/>
            </a:lvl9pPr>
          </a:lstStyle>
          <a:p>
            <a:endParaRPr/>
          </a:p>
        </p:txBody>
      </p:sp>
      <p:sp>
        <p:nvSpPr>
          <p:cNvPr id="46" name="Google Shape;46;p6"/>
          <p:cNvSpPr txBox="1">
            <a:spLocks noGrp="1"/>
          </p:cNvSpPr>
          <p:nvPr>
            <p:ph type="dt" idx="10"/>
          </p:nvPr>
        </p:nvSpPr>
        <p:spPr>
          <a:xfrm>
            <a:off x="1645444" y="19985568"/>
            <a:ext cx="7681913"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11246644" y="19985568"/>
            <a:ext cx="10425113"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23591044" y="19985568"/>
            <a:ext cx="7681913"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867"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867"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867"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867"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867"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867"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867"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867"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867"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1645444" y="878417"/>
            <a:ext cx="29627512" cy="36576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1645444" y="19985568"/>
            <a:ext cx="7681913"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11246644" y="19985568"/>
            <a:ext cx="10425113"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23591044" y="19985568"/>
            <a:ext cx="7681913"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867"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867"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867"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867"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867"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867"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867"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867"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867"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1645444" y="19985568"/>
            <a:ext cx="7681913"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11246644" y="19985568"/>
            <a:ext cx="10425113"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23591044" y="19985568"/>
            <a:ext cx="7681913"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867"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867"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867"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867"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867"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867"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867"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867"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867"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1645444" y="874184"/>
            <a:ext cx="10829925" cy="3717925"/>
          </a:xfrm>
          <a:prstGeom prst="rect">
            <a:avLst/>
          </a:prstGeom>
          <a:noFill/>
          <a:ln>
            <a:noFill/>
          </a:ln>
        </p:spPr>
        <p:txBody>
          <a:bodyPr spcFirstLastPara="1" wrap="square" lIns="470250" tIns="235125" rIns="470250" bIns="235125" anchor="b" anchorCtr="0">
            <a:noAutofit/>
          </a:bodyPr>
          <a:lstStyle>
            <a:lvl1pPr lvl="0" algn="l">
              <a:spcBef>
                <a:spcPts val="0"/>
              </a:spcBef>
              <a:spcAft>
                <a:spcPts val="0"/>
              </a:spcAft>
              <a:buSzPts val="1400"/>
              <a:buNone/>
              <a:defRPr sz="1333"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12870656" y="874184"/>
            <a:ext cx="18402300" cy="18729325"/>
          </a:xfrm>
          <a:prstGeom prst="rect">
            <a:avLst/>
          </a:prstGeom>
          <a:noFill/>
          <a:ln>
            <a:noFill/>
          </a:ln>
        </p:spPr>
        <p:txBody>
          <a:bodyPr spcFirstLastPara="1" wrap="square" lIns="470250" tIns="235125" rIns="470250" bIns="235125" anchor="t" anchorCtr="0">
            <a:noAutofit/>
          </a:bodyPr>
          <a:lstStyle>
            <a:lvl1pPr marL="457200" lvl="0" indent="-364045" algn="l">
              <a:spcBef>
                <a:spcPts val="427"/>
              </a:spcBef>
              <a:spcAft>
                <a:spcPts val="0"/>
              </a:spcAft>
              <a:buClr>
                <a:schemeClr val="dk1"/>
              </a:buClr>
              <a:buSzPts val="2133"/>
              <a:buFont typeface="Arial"/>
              <a:buChar char="•"/>
              <a:defRPr sz="2133"/>
            </a:lvl1pPr>
            <a:lvl2pPr marL="914400" lvl="1" indent="-347154" algn="l">
              <a:spcBef>
                <a:spcPts val="373"/>
              </a:spcBef>
              <a:spcAft>
                <a:spcPts val="0"/>
              </a:spcAft>
              <a:buClr>
                <a:schemeClr val="dk1"/>
              </a:buClr>
              <a:buSzPts val="1867"/>
              <a:buFont typeface="Arial"/>
              <a:buChar char="–"/>
              <a:defRPr sz="1867"/>
            </a:lvl2pPr>
            <a:lvl3pPr marL="1371600" lvl="2" indent="-330200" algn="l">
              <a:spcBef>
                <a:spcPts val="320"/>
              </a:spcBef>
              <a:spcAft>
                <a:spcPts val="0"/>
              </a:spcAft>
              <a:buClr>
                <a:schemeClr val="dk1"/>
              </a:buClr>
              <a:buSzPts val="1600"/>
              <a:buFont typeface="Arial"/>
              <a:buChar char="•"/>
              <a:defRPr sz="1600"/>
            </a:lvl3pPr>
            <a:lvl4pPr marL="1828800" lvl="3" indent="-313245" algn="l">
              <a:spcBef>
                <a:spcPts val="267"/>
              </a:spcBef>
              <a:spcAft>
                <a:spcPts val="0"/>
              </a:spcAft>
              <a:buClr>
                <a:schemeClr val="dk1"/>
              </a:buClr>
              <a:buSzPts val="1333"/>
              <a:buFont typeface="Arial"/>
              <a:buChar char="–"/>
              <a:defRPr sz="1333"/>
            </a:lvl4pPr>
            <a:lvl5pPr marL="2286000" lvl="4" indent="-313245" algn="l">
              <a:spcBef>
                <a:spcPts val="267"/>
              </a:spcBef>
              <a:spcAft>
                <a:spcPts val="0"/>
              </a:spcAft>
              <a:buClr>
                <a:schemeClr val="dk1"/>
              </a:buClr>
              <a:buSzPts val="1333"/>
              <a:buFont typeface="Arial"/>
              <a:buChar char="»"/>
              <a:defRPr sz="1333"/>
            </a:lvl5pPr>
            <a:lvl6pPr marL="2743200" lvl="5" indent="-313245" algn="l">
              <a:spcBef>
                <a:spcPts val="267"/>
              </a:spcBef>
              <a:spcAft>
                <a:spcPts val="0"/>
              </a:spcAft>
              <a:buClr>
                <a:schemeClr val="dk1"/>
              </a:buClr>
              <a:buSzPts val="1333"/>
              <a:buFont typeface="Arial"/>
              <a:buChar char="»"/>
              <a:defRPr sz="1333"/>
            </a:lvl6pPr>
            <a:lvl7pPr marL="3200400" lvl="6" indent="-313245" algn="l">
              <a:spcBef>
                <a:spcPts val="267"/>
              </a:spcBef>
              <a:spcAft>
                <a:spcPts val="0"/>
              </a:spcAft>
              <a:buClr>
                <a:schemeClr val="dk1"/>
              </a:buClr>
              <a:buSzPts val="1333"/>
              <a:buFont typeface="Arial"/>
              <a:buChar char="»"/>
              <a:defRPr sz="1333"/>
            </a:lvl7pPr>
            <a:lvl8pPr marL="3657600" lvl="7" indent="-313245" algn="l">
              <a:spcBef>
                <a:spcPts val="267"/>
              </a:spcBef>
              <a:spcAft>
                <a:spcPts val="0"/>
              </a:spcAft>
              <a:buClr>
                <a:schemeClr val="dk1"/>
              </a:buClr>
              <a:buSzPts val="1333"/>
              <a:buFont typeface="Arial"/>
              <a:buChar char="»"/>
              <a:defRPr sz="1333"/>
            </a:lvl8pPr>
            <a:lvl9pPr marL="4114800" lvl="8" indent="-313245" algn="l">
              <a:spcBef>
                <a:spcPts val="267"/>
              </a:spcBef>
              <a:spcAft>
                <a:spcPts val="0"/>
              </a:spcAft>
              <a:buClr>
                <a:schemeClr val="dk1"/>
              </a:buClr>
              <a:buSzPts val="1333"/>
              <a:buFont typeface="Arial"/>
              <a:buChar char="»"/>
              <a:defRPr sz="1333"/>
            </a:lvl9pPr>
          </a:lstStyle>
          <a:p>
            <a:endParaRPr/>
          </a:p>
        </p:txBody>
      </p:sp>
      <p:sp>
        <p:nvSpPr>
          <p:cNvPr id="61" name="Google Shape;61;p9"/>
          <p:cNvSpPr txBox="1">
            <a:spLocks noGrp="1"/>
          </p:cNvSpPr>
          <p:nvPr>
            <p:ph type="body" idx="2"/>
          </p:nvPr>
        </p:nvSpPr>
        <p:spPr>
          <a:xfrm>
            <a:off x="1645444" y="4592109"/>
            <a:ext cx="10829925" cy="15011400"/>
          </a:xfrm>
          <a:prstGeom prst="rect">
            <a:avLst/>
          </a:prstGeom>
          <a:noFill/>
          <a:ln>
            <a:noFill/>
          </a:ln>
        </p:spPr>
        <p:txBody>
          <a:bodyPr spcFirstLastPara="1" wrap="square" lIns="470250" tIns="235125" rIns="470250" bIns="235125" anchor="t" anchorCtr="0">
            <a:noAutofit/>
          </a:bodyPr>
          <a:lstStyle>
            <a:lvl1pPr marL="457200" lvl="0" indent="-228600" algn="l">
              <a:spcBef>
                <a:spcPts val="187"/>
              </a:spcBef>
              <a:spcAft>
                <a:spcPts val="0"/>
              </a:spcAft>
              <a:buClr>
                <a:schemeClr val="dk1"/>
              </a:buClr>
              <a:buSzPts val="933"/>
              <a:buFont typeface="Arial"/>
              <a:buNone/>
              <a:defRPr sz="933"/>
            </a:lvl1pPr>
            <a:lvl2pPr marL="914400" lvl="1" indent="-228600" algn="l">
              <a:spcBef>
                <a:spcPts val="160"/>
              </a:spcBef>
              <a:spcAft>
                <a:spcPts val="0"/>
              </a:spcAft>
              <a:buClr>
                <a:schemeClr val="dk1"/>
              </a:buClr>
              <a:buSzPts val="800"/>
              <a:buFont typeface="Arial"/>
              <a:buNone/>
              <a:defRPr sz="800"/>
            </a:lvl2pPr>
            <a:lvl3pPr marL="1371600" lvl="2" indent="-228600" algn="l">
              <a:spcBef>
                <a:spcPts val="133"/>
              </a:spcBef>
              <a:spcAft>
                <a:spcPts val="0"/>
              </a:spcAft>
              <a:buClr>
                <a:schemeClr val="dk1"/>
              </a:buClr>
              <a:buSzPts val="667"/>
              <a:buFont typeface="Arial"/>
              <a:buNone/>
              <a:defRPr sz="667"/>
            </a:lvl3pPr>
            <a:lvl4pPr marL="1828800" lvl="3" indent="-228600" algn="l">
              <a:spcBef>
                <a:spcPts val="120"/>
              </a:spcBef>
              <a:spcAft>
                <a:spcPts val="0"/>
              </a:spcAft>
              <a:buClr>
                <a:schemeClr val="dk1"/>
              </a:buClr>
              <a:buSzPts val="600"/>
              <a:buFont typeface="Arial"/>
              <a:buNone/>
              <a:defRPr sz="600"/>
            </a:lvl4pPr>
            <a:lvl5pPr marL="2286000" lvl="4" indent="-228600" algn="l">
              <a:spcBef>
                <a:spcPts val="120"/>
              </a:spcBef>
              <a:spcAft>
                <a:spcPts val="0"/>
              </a:spcAft>
              <a:buClr>
                <a:schemeClr val="dk1"/>
              </a:buClr>
              <a:buSzPts val="600"/>
              <a:buFont typeface="Arial"/>
              <a:buNone/>
              <a:defRPr sz="600"/>
            </a:lvl5pPr>
            <a:lvl6pPr marL="2743200" lvl="5" indent="-228600" algn="l">
              <a:spcBef>
                <a:spcPts val="120"/>
              </a:spcBef>
              <a:spcAft>
                <a:spcPts val="0"/>
              </a:spcAft>
              <a:buClr>
                <a:schemeClr val="dk1"/>
              </a:buClr>
              <a:buSzPts val="600"/>
              <a:buFont typeface="Arial"/>
              <a:buNone/>
              <a:defRPr sz="600"/>
            </a:lvl6pPr>
            <a:lvl7pPr marL="3200400" lvl="6" indent="-228600" algn="l">
              <a:spcBef>
                <a:spcPts val="120"/>
              </a:spcBef>
              <a:spcAft>
                <a:spcPts val="0"/>
              </a:spcAft>
              <a:buClr>
                <a:schemeClr val="dk1"/>
              </a:buClr>
              <a:buSzPts val="600"/>
              <a:buFont typeface="Arial"/>
              <a:buNone/>
              <a:defRPr sz="600"/>
            </a:lvl7pPr>
            <a:lvl8pPr marL="3657600" lvl="7" indent="-228600" algn="l">
              <a:spcBef>
                <a:spcPts val="120"/>
              </a:spcBef>
              <a:spcAft>
                <a:spcPts val="0"/>
              </a:spcAft>
              <a:buClr>
                <a:schemeClr val="dk1"/>
              </a:buClr>
              <a:buSzPts val="600"/>
              <a:buFont typeface="Arial"/>
              <a:buNone/>
              <a:defRPr sz="600"/>
            </a:lvl8pPr>
            <a:lvl9pPr marL="4114800" lvl="8" indent="-228600" algn="l">
              <a:spcBef>
                <a:spcPts val="120"/>
              </a:spcBef>
              <a:spcAft>
                <a:spcPts val="0"/>
              </a:spcAft>
              <a:buClr>
                <a:schemeClr val="dk1"/>
              </a:buClr>
              <a:buSzPts val="600"/>
              <a:buFont typeface="Arial"/>
              <a:buNone/>
              <a:defRPr sz="600"/>
            </a:lvl9pPr>
          </a:lstStyle>
          <a:p>
            <a:endParaRPr/>
          </a:p>
        </p:txBody>
      </p:sp>
      <p:sp>
        <p:nvSpPr>
          <p:cNvPr id="62" name="Google Shape;62;p9"/>
          <p:cNvSpPr txBox="1">
            <a:spLocks noGrp="1"/>
          </p:cNvSpPr>
          <p:nvPr>
            <p:ph type="dt" idx="10"/>
          </p:nvPr>
        </p:nvSpPr>
        <p:spPr>
          <a:xfrm>
            <a:off x="1645444" y="19985568"/>
            <a:ext cx="7681913"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11246644" y="19985568"/>
            <a:ext cx="10425113"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23591044" y="19985568"/>
            <a:ext cx="7681913"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867"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867"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867"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867"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867"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867"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867"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867"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867"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451997" y="15361709"/>
            <a:ext cx="19751280" cy="1813983"/>
          </a:xfrm>
          <a:prstGeom prst="rect">
            <a:avLst/>
          </a:prstGeom>
          <a:noFill/>
          <a:ln>
            <a:noFill/>
          </a:ln>
        </p:spPr>
        <p:txBody>
          <a:bodyPr spcFirstLastPara="1" wrap="square" lIns="470250" tIns="235125" rIns="470250" bIns="235125" anchor="b" anchorCtr="0">
            <a:noAutofit/>
          </a:bodyPr>
          <a:lstStyle>
            <a:lvl1pPr lvl="0" algn="l">
              <a:spcBef>
                <a:spcPts val="0"/>
              </a:spcBef>
              <a:spcAft>
                <a:spcPts val="0"/>
              </a:spcAft>
              <a:buSzPts val="1400"/>
              <a:buNone/>
              <a:defRPr sz="1333"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7" name="Google Shape;67;p10"/>
          <p:cNvSpPr>
            <a:spLocks noGrp="1"/>
          </p:cNvSpPr>
          <p:nvPr>
            <p:ph type="pic" idx="2"/>
          </p:nvPr>
        </p:nvSpPr>
        <p:spPr>
          <a:xfrm>
            <a:off x="6451997" y="1961092"/>
            <a:ext cx="19751280" cy="13166725"/>
          </a:xfrm>
          <a:prstGeom prst="rect">
            <a:avLst/>
          </a:prstGeom>
          <a:noFill/>
          <a:ln>
            <a:noFill/>
          </a:ln>
        </p:spPr>
      </p:sp>
      <p:sp>
        <p:nvSpPr>
          <p:cNvPr id="68" name="Google Shape;68;p10"/>
          <p:cNvSpPr txBox="1">
            <a:spLocks noGrp="1"/>
          </p:cNvSpPr>
          <p:nvPr>
            <p:ph type="body" idx="1"/>
          </p:nvPr>
        </p:nvSpPr>
        <p:spPr>
          <a:xfrm>
            <a:off x="6451997" y="17175693"/>
            <a:ext cx="19751280" cy="2574925"/>
          </a:xfrm>
          <a:prstGeom prst="rect">
            <a:avLst/>
          </a:prstGeom>
          <a:noFill/>
          <a:ln>
            <a:noFill/>
          </a:ln>
        </p:spPr>
        <p:txBody>
          <a:bodyPr spcFirstLastPara="1" wrap="square" lIns="470250" tIns="235125" rIns="470250" bIns="235125" anchor="t" anchorCtr="0">
            <a:noAutofit/>
          </a:bodyPr>
          <a:lstStyle>
            <a:lvl1pPr marL="457200" lvl="0" indent="-228600" algn="l">
              <a:spcBef>
                <a:spcPts val="187"/>
              </a:spcBef>
              <a:spcAft>
                <a:spcPts val="0"/>
              </a:spcAft>
              <a:buClr>
                <a:schemeClr val="dk1"/>
              </a:buClr>
              <a:buSzPts val="933"/>
              <a:buFont typeface="Arial"/>
              <a:buNone/>
              <a:defRPr sz="933"/>
            </a:lvl1pPr>
            <a:lvl2pPr marL="914400" lvl="1" indent="-228600" algn="l">
              <a:spcBef>
                <a:spcPts val="160"/>
              </a:spcBef>
              <a:spcAft>
                <a:spcPts val="0"/>
              </a:spcAft>
              <a:buClr>
                <a:schemeClr val="dk1"/>
              </a:buClr>
              <a:buSzPts val="800"/>
              <a:buFont typeface="Arial"/>
              <a:buNone/>
              <a:defRPr sz="800"/>
            </a:lvl2pPr>
            <a:lvl3pPr marL="1371600" lvl="2" indent="-228600" algn="l">
              <a:spcBef>
                <a:spcPts val="133"/>
              </a:spcBef>
              <a:spcAft>
                <a:spcPts val="0"/>
              </a:spcAft>
              <a:buClr>
                <a:schemeClr val="dk1"/>
              </a:buClr>
              <a:buSzPts val="667"/>
              <a:buFont typeface="Arial"/>
              <a:buNone/>
              <a:defRPr sz="667"/>
            </a:lvl3pPr>
            <a:lvl4pPr marL="1828800" lvl="3" indent="-228600" algn="l">
              <a:spcBef>
                <a:spcPts val="120"/>
              </a:spcBef>
              <a:spcAft>
                <a:spcPts val="0"/>
              </a:spcAft>
              <a:buClr>
                <a:schemeClr val="dk1"/>
              </a:buClr>
              <a:buSzPts val="600"/>
              <a:buFont typeface="Arial"/>
              <a:buNone/>
              <a:defRPr sz="600"/>
            </a:lvl4pPr>
            <a:lvl5pPr marL="2286000" lvl="4" indent="-228600" algn="l">
              <a:spcBef>
                <a:spcPts val="120"/>
              </a:spcBef>
              <a:spcAft>
                <a:spcPts val="0"/>
              </a:spcAft>
              <a:buClr>
                <a:schemeClr val="dk1"/>
              </a:buClr>
              <a:buSzPts val="600"/>
              <a:buFont typeface="Arial"/>
              <a:buNone/>
              <a:defRPr sz="600"/>
            </a:lvl5pPr>
            <a:lvl6pPr marL="2743200" lvl="5" indent="-228600" algn="l">
              <a:spcBef>
                <a:spcPts val="120"/>
              </a:spcBef>
              <a:spcAft>
                <a:spcPts val="0"/>
              </a:spcAft>
              <a:buClr>
                <a:schemeClr val="dk1"/>
              </a:buClr>
              <a:buSzPts val="600"/>
              <a:buFont typeface="Arial"/>
              <a:buNone/>
              <a:defRPr sz="600"/>
            </a:lvl6pPr>
            <a:lvl7pPr marL="3200400" lvl="6" indent="-228600" algn="l">
              <a:spcBef>
                <a:spcPts val="120"/>
              </a:spcBef>
              <a:spcAft>
                <a:spcPts val="0"/>
              </a:spcAft>
              <a:buClr>
                <a:schemeClr val="dk1"/>
              </a:buClr>
              <a:buSzPts val="600"/>
              <a:buFont typeface="Arial"/>
              <a:buNone/>
              <a:defRPr sz="600"/>
            </a:lvl7pPr>
            <a:lvl8pPr marL="3657600" lvl="7" indent="-228600" algn="l">
              <a:spcBef>
                <a:spcPts val="120"/>
              </a:spcBef>
              <a:spcAft>
                <a:spcPts val="0"/>
              </a:spcAft>
              <a:buClr>
                <a:schemeClr val="dk1"/>
              </a:buClr>
              <a:buSzPts val="600"/>
              <a:buFont typeface="Arial"/>
              <a:buNone/>
              <a:defRPr sz="600"/>
            </a:lvl8pPr>
            <a:lvl9pPr marL="4114800" lvl="8" indent="-228600" algn="l">
              <a:spcBef>
                <a:spcPts val="120"/>
              </a:spcBef>
              <a:spcAft>
                <a:spcPts val="0"/>
              </a:spcAft>
              <a:buClr>
                <a:schemeClr val="dk1"/>
              </a:buClr>
              <a:buSzPts val="600"/>
              <a:buFont typeface="Arial"/>
              <a:buNone/>
              <a:defRPr sz="600"/>
            </a:lvl9pPr>
          </a:lstStyle>
          <a:p>
            <a:endParaRPr/>
          </a:p>
        </p:txBody>
      </p:sp>
      <p:sp>
        <p:nvSpPr>
          <p:cNvPr id="69" name="Google Shape;69;p10"/>
          <p:cNvSpPr txBox="1">
            <a:spLocks noGrp="1"/>
          </p:cNvSpPr>
          <p:nvPr>
            <p:ph type="dt" idx="10"/>
          </p:nvPr>
        </p:nvSpPr>
        <p:spPr>
          <a:xfrm>
            <a:off x="1645444" y="19985568"/>
            <a:ext cx="7681913"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11246644" y="19985568"/>
            <a:ext cx="10425113"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23591044" y="19985568"/>
            <a:ext cx="7681913"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867"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867"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867"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867"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867"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867"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867"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867"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867"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1645444" y="878417"/>
            <a:ext cx="29627512" cy="3657600"/>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9217025" y="-2451364"/>
            <a:ext cx="14484350" cy="29627512"/>
          </a:xfrm>
          <a:prstGeom prst="rect">
            <a:avLst/>
          </a:prstGeom>
          <a:noFill/>
          <a:ln>
            <a:noFill/>
          </a:ln>
        </p:spPr>
        <p:txBody>
          <a:bodyPr spcFirstLastPara="1" wrap="square" lIns="470250" tIns="235125" rIns="470250" bIns="2351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1645444" y="19985568"/>
            <a:ext cx="7681913"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11246644" y="19985568"/>
            <a:ext cx="10425113"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23591044" y="19985568"/>
            <a:ext cx="7681913"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867"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867"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867"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867"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867"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867"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867"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867"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867"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18206444" y="6538053"/>
            <a:ext cx="18726150" cy="7406878"/>
          </a:xfrm>
          <a:prstGeom prst="rect">
            <a:avLst/>
          </a:prstGeom>
          <a:noFill/>
          <a:ln>
            <a:noFill/>
          </a:ln>
        </p:spPr>
        <p:txBody>
          <a:bodyPr spcFirstLastPara="1" wrap="square" lIns="470250" tIns="235125" rIns="470250" bIns="2351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3335536" y="-811675"/>
            <a:ext cx="18726150" cy="22106334"/>
          </a:xfrm>
          <a:prstGeom prst="rect">
            <a:avLst/>
          </a:prstGeom>
          <a:noFill/>
          <a:ln>
            <a:noFill/>
          </a:ln>
        </p:spPr>
        <p:txBody>
          <a:bodyPr spcFirstLastPara="1" wrap="square" lIns="470250" tIns="235125" rIns="470250" bIns="2351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1645444" y="19985568"/>
            <a:ext cx="7681913" cy="1524000"/>
          </a:xfrm>
          <a:prstGeom prst="rect">
            <a:avLst/>
          </a:prstGeom>
          <a:noFill/>
          <a:ln>
            <a:noFill/>
          </a:ln>
        </p:spPr>
        <p:txBody>
          <a:bodyPr spcFirstLastPara="1" wrap="square" lIns="470250" tIns="235125" rIns="470250" bIns="235125"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11246644" y="19985568"/>
            <a:ext cx="10425113" cy="1524000"/>
          </a:xfrm>
          <a:prstGeom prst="rect">
            <a:avLst/>
          </a:prstGeom>
          <a:noFill/>
          <a:ln>
            <a:noFill/>
          </a:ln>
        </p:spPr>
        <p:txBody>
          <a:bodyPr spcFirstLastPara="1" wrap="square" lIns="470250" tIns="235125" rIns="470250" bIns="235125"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23591044" y="19985568"/>
            <a:ext cx="7681913" cy="1524000"/>
          </a:xfrm>
          <a:prstGeom prst="rect">
            <a:avLst/>
          </a:prstGeom>
          <a:noFill/>
          <a:ln>
            <a:noFill/>
          </a:ln>
        </p:spPr>
        <p:txBody>
          <a:bodyPr spcFirstLastPara="1" wrap="square" lIns="470250" tIns="235125" rIns="470250" bIns="235125" anchor="t" anchorCtr="0">
            <a:noAutofit/>
          </a:bodyPr>
          <a:lstStyle>
            <a:lvl1pPr marL="0" marR="0" lvl="0" indent="0" algn="r">
              <a:spcBef>
                <a:spcPts val="0"/>
              </a:spcBef>
              <a:spcAft>
                <a:spcPts val="0"/>
              </a:spcAft>
              <a:buNone/>
              <a:defRPr sz="4867" b="0" i="0" u="none" strike="noStrike" cap="none">
                <a:solidFill>
                  <a:schemeClr val="dk1"/>
                </a:solidFill>
                <a:latin typeface="Arial"/>
                <a:ea typeface="Arial"/>
                <a:cs typeface="Arial"/>
                <a:sym typeface="Arial"/>
              </a:defRPr>
            </a:lvl1pPr>
            <a:lvl2pPr marL="0" marR="0" lvl="1" indent="0" algn="r">
              <a:spcBef>
                <a:spcPts val="0"/>
              </a:spcBef>
              <a:spcAft>
                <a:spcPts val="0"/>
              </a:spcAft>
              <a:buNone/>
              <a:defRPr sz="4867" b="0" i="0" u="none" strike="noStrike" cap="none">
                <a:solidFill>
                  <a:schemeClr val="dk1"/>
                </a:solidFill>
                <a:latin typeface="Arial"/>
                <a:ea typeface="Arial"/>
                <a:cs typeface="Arial"/>
                <a:sym typeface="Arial"/>
              </a:defRPr>
            </a:lvl2pPr>
            <a:lvl3pPr marL="0" marR="0" lvl="2" indent="0" algn="r">
              <a:spcBef>
                <a:spcPts val="0"/>
              </a:spcBef>
              <a:spcAft>
                <a:spcPts val="0"/>
              </a:spcAft>
              <a:buNone/>
              <a:defRPr sz="4867" b="0" i="0" u="none" strike="noStrike" cap="none">
                <a:solidFill>
                  <a:schemeClr val="dk1"/>
                </a:solidFill>
                <a:latin typeface="Arial"/>
                <a:ea typeface="Arial"/>
                <a:cs typeface="Arial"/>
                <a:sym typeface="Arial"/>
              </a:defRPr>
            </a:lvl3pPr>
            <a:lvl4pPr marL="0" marR="0" lvl="3" indent="0" algn="r">
              <a:spcBef>
                <a:spcPts val="0"/>
              </a:spcBef>
              <a:spcAft>
                <a:spcPts val="0"/>
              </a:spcAft>
              <a:buNone/>
              <a:defRPr sz="4867" b="0" i="0" u="none" strike="noStrike" cap="none">
                <a:solidFill>
                  <a:schemeClr val="dk1"/>
                </a:solidFill>
                <a:latin typeface="Arial"/>
                <a:ea typeface="Arial"/>
                <a:cs typeface="Arial"/>
                <a:sym typeface="Arial"/>
              </a:defRPr>
            </a:lvl4pPr>
            <a:lvl5pPr marL="0" marR="0" lvl="4" indent="0" algn="r">
              <a:spcBef>
                <a:spcPts val="0"/>
              </a:spcBef>
              <a:spcAft>
                <a:spcPts val="0"/>
              </a:spcAft>
              <a:buNone/>
              <a:defRPr sz="4867" b="0" i="0" u="none" strike="noStrike" cap="none">
                <a:solidFill>
                  <a:schemeClr val="dk1"/>
                </a:solidFill>
                <a:latin typeface="Arial"/>
                <a:ea typeface="Arial"/>
                <a:cs typeface="Arial"/>
                <a:sym typeface="Arial"/>
              </a:defRPr>
            </a:lvl5pPr>
            <a:lvl6pPr marL="0" marR="0" lvl="5" indent="0" algn="r">
              <a:spcBef>
                <a:spcPts val="0"/>
              </a:spcBef>
              <a:spcAft>
                <a:spcPts val="0"/>
              </a:spcAft>
              <a:buNone/>
              <a:defRPr sz="4867" b="0" i="0" u="none" strike="noStrike" cap="none">
                <a:solidFill>
                  <a:schemeClr val="dk1"/>
                </a:solidFill>
                <a:latin typeface="Arial"/>
                <a:ea typeface="Arial"/>
                <a:cs typeface="Arial"/>
                <a:sym typeface="Arial"/>
              </a:defRPr>
            </a:lvl6pPr>
            <a:lvl7pPr marL="0" marR="0" lvl="6" indent="0" algn="r">
              <a:spcBef>
                <a:spcPts val="0"/>
              </a:spcBef>
              <a:spcAft>
                <a:spcPts val="0"/>
              </a:spcAft>
              <a:buNone/>
              <a:defRPr sz="4867" b="0" i="0" u="none" strike="noStrike" cap="none">
                <a:solidFill>
                  <a:schemeClr val="dk1"/>
                </a:solidFill>
                <a:latin typeface="Arial"/>
                <a:ea typeface="Arial"/>
                <a:cs typeface="Arial"/>
                <a:sym typeface="Arial"/>
              </a:defRPr>
            </a:lvl7pPr>
            <a:lvl8pPr marL="0" marR="0" lvl="7" indent="0" algn="r">
              <a:spcBef>
                <a:spcPts val="0"/>
              </a:spcBef>
              <a:spcAft>
                <a:spcPts val="0"/>
              </a:spcAft>
              <a:buNone/>
              <a:defRPr sz="4867" b="0" i="0" u="none" strike="noStrike" cap="none">
                <a:solidFill>
                  <a:schemeClr val="dk1"/>
                </a:solidFill>
                <a:latin typeface="Arial"/>
                <a:ea typeface="Arial"/>
                <a:cs typeface="Arial"/>
                <a:sym typeface="Arial"/>
              </a:defRPr>
            </a:lvl8pPr>
            <a:lvl9pPr marL="0" marR="0" lvl="8" indent="0" algn="r">
              <a:spcBef>
                <a:spcPts val="0"/>
              </a:spcBef>
              <a:spcAft>
                <a:spcPts val="0"/>
              </a:spcAft>
              <a:buNone/>
              <a:defRPr sz="4867"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645444" y="878417"/>
            <a:ext cx="29627512" cy="3657600"/>
          </a:xfrm>
          <a:prstGeom prst="rect">
            <a:avLst/>
          </a:prstGeom>
          <a:noFill/>
          <a:ln>
            <a:noFill/>
          </a:ln>
        </p:spPr>
        <p:txBody>
          <a:bodyPr spcFirstLastPara="1" wrap="square" lIns="470250" tIns="235125" rIns="470250" bIns="235125" anchor="ctr" anchorCtr="0">
            <a:noAutofit/>
          </a:bodyPr>
          <a:lstStyle>
            <a:lvl1pPr marR="0" lvl="0" algn="ctr" rtl="0">
              <a:spcBef>
                <a:spcPts val="0"/>
              </a:spcBef>
              <a:spcAft>
                <a:spcPts val="0"/>
              </a:spcAft>
              <a:buSzPts val="1400"/>
              <a:buNone/>
              <a:defRPr sz="15200" b="0" i="0" u="none" strike="noStrike" cap="none">
                <a:solidFill>
                  <a:schemeClr val="dk2"/>
                </a:solidFill>
                <a:latin typeface="Arial"/>
                <a:ea typeface="Arial"/>
                <a:cs typeface="Arial"/>
                <a:sym typeface="Arial"/>
              </a:defRPr>
            </a:lvl1pPr>
            <a:lvl2pPr marR="0" lvl="1" algn="ctr" rtl="0">
              <a:spcBef>
                <a:spcPts val="0"/>
              </a:spcBef>
              <a:spcAft>
                <a:spcPts val="0"/>
              </a:spcAft>
              <a:buSzPts val="1400"/>
              <a:buNone/>
              <a:defRPr sz="15200" b="0" i="0" u="none" strike="noStrike" cap="none">
                <a:solidFill>
                  <a:schemeClr val="dk2"/>
                </a:solidFill>
                <a:latin typeface="Arial"/>
                <a:ea typeface="Arial"/>
                <a:cs typeface="Arial"/>
                <a:sym typeface="Arial"/>
              </a:defRPr>
            </a:lvl2pPr>
            <a:lvl3pPr marR="0" lvl="2" algn="ctr" rtl="0">
              <a:spcBef>
                <a:spcPts val="0"/>
              </a:spcBef>
              <a:spcAft>
                <a:spcPts val="0"/>
              </a:spcAft>
              <a:buSzPts val="1400"/>
              <a:buNone/>
              <a:defRPr sz="15200" b="0" i="0" u="none" strike="noStrike" cap="none">
                <a:solidFill>
                  <a:schemeClr val="dk2"/>
                </a:solidFill>
                <a:latin typeface="Arial"/>
                <a:ea typeface="Arial"/>
                <a:cs typeface="Arial"/>
                <a:sym typeface="Arial"/>
              </a:defRPr>
            </a:lvl3pPr>
            <a:lvl4pPr marR="0" lvl="3" algn="ctr" rtl="0">
              <a:spcBef>
                <a:spcPts val="0"/>
              </a:spcBef>
              <a:spcAft>
                <a:spcPts val="0"/>
              </a:spcAft>
              <a:buSzPts val="1400"/>
              <a:buNone/>
              <a:defRPr sz="15200" b="0" i="0" u="none" strike="noStrike" cap="none">
                <a:solidFill>
                  <a:schemeClr val="dk2"/>
                </a:solidFill>
                <a:latin typeface="Arial"/>
                <a:ea typeface="Arial"/>
                <a:cs typeface="Arial"/>
                <a:sym typeface="Arial"/>
              </a:defRPr>
            </a:lvl4pPr>
            <a:lvl5pPr marR="0" lvl="4" algn="ctr" rtl="0">
              <a:spcBef>
                <a:spcPts val="0"/>
              </a:spcBef>
              <a:spcAft>
                <a:spcPts val="0"/>
              </a:spcAft>
              <a:buSzPts val="1400"/>
              <a:buNone/>
              <a:defRPr sz="15200" b="0" i="0" u="none" strike="noStrike" cap="none">
                <a:solidFill>
                  <a:schemeClr val="dk2"/>
                </a:solidFill>
                <a:latin typeface="Arial"/>
                <a:ea typeface="Arial"/>
                <a:cs typeface="Arial"/>
                <a:sym typeface="Arial"/>
              </a:defRPr>
            </a:lvl5pPr>
            <a:lvl6pPr marR="0" lvl="5" algn="ctr" rtl="0">
              <a:spcBef>
                <a:spcPts val="0"/>
              </a:spcBef>
              <a:spcAft>
                <a:spcPts val="0"/>
              </a:spcAft>
              <a:buSzPts val="1400"/>
              <a:buNone/>
              <a:defRPr sz="15200" b="0" i="0" u="none" strike="noStrike" cap="none">
                <a:solidFill>
                  <a:schemeClr val="dk2"/>
                </a:solidFill>
                <a:latin typeface="Arial"/>
                <a:ea typeface="Arial"/>
                <a:cs typeface="Arial"/>
                <a:sym typeface="Arial"/>
              </a:defRPr>
            </a:lvl6pPr>
            <a:lvl7pPr marR="0" lvl="6" algn="ctr" rtl="0">
              <a:spcBef>
                <a:spcPts val="0"/>
              </a:spcBef>
              <a:spcAft>
                <a:spcPts val="0"/>
              </a:spcAft>
              <a:buSzPts val="1400"/>
              <a:buNone/>
              <a:defRPr sz="15200" b="0" i="0" u="none" strike="noStrike" cap="none">
                <a:solidFill>
                  <a:schemeClr val="dk2"/>
                </a:solidFill>
                <a:latin typeface="Arial"/>
                <a:ea typeface="Arial"/>
                <a:cs typeface="Arial"/>
                <a:sym typeface="Arial"/>
              </a:defRPr>
            </a:lvl7pPr>
            <a:lvl8pPr marR="0" lvl="7" algn="ctr" rtl="0">
              <a:spcBef>
                <a:spcPts val="0"/>
              </a:spcBef>
              <a:spcAft>
                <a:spcPts val="0"/>
              </a:spcAft>
              <a:buSzPts val="1400"/>
              <a:buNone/>
              <a:defRPr sz="15200" b="0" i="0" u="none" strike="noStrike" cap="none">
                <a:solidFill>
                  <a:schemeClr val="dk2"/>
                </a:solidFill>
                <a:latin typeface="Arial"/>
                <a:ea typeface="Arial"/>
                <a:cs typeface="Arial"/>
                <a:sym typeface="Arial"/>
              </a:defRPr>
            </a:lvl8pPr>
            <a:lvl9pPr marR="0" lvl="8" algn="ctr" rtl="0">
              <a:spcBef>
                <a:spcPts val="0"/>
              </a:spcBef>
              <a:spcAft>
                <a:spcPts val="0"/>
              </a:spcAft>
              <a:buSzPts val="1400"/>
              <a:buNone/>
              <a:defRPr sz="15200" b="0" i="0" u="none" strike="noStrike" cap="none">
                <a:solidFill>
                  <a:schemeClr val="dk2"/>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1645444" y="5120217"/>
            <a:ext cx="29627512" cy="14484350"/>
          </a:xfrm>
          <a:prstGeom prst="rect">
            <a:avLst/>
          </a:prstGeom>
          <a:noFill/>
          <a:ln>
            <a:noFill/>
          </a:ln>
        </p:spPr>
        <p:txBody>
          <a:bodyPr spcFirstLastPara="1" wrap="square" lIns="470250" tIns="235125" rIns="470250" bIns="235125" anchor="t" anchorCtr="0">
            <a:noAutofit/>
          </a:bodyPr>
          <a:lstStyle>
            <a:lvl1pPr marL="457200" marR="0" lvl="0" indent="-922909" algn="l" rtl="0">
              <a:spcBef>
                <a:spcPts val="2187"/>
              </a:spcBef>
              <a:spcAft>
                <a:spcPts val="0"/>
              </a:spcAft>
              <a:buClr>
                <a:schemeClr val="dk1"/>
              </a:buClr>
              <a:buSzPts val="10934"/>
              <a:buFont typeface="Arial"/>
              <a:buChar char="•"/>
              <a:defRPr sz="10934" b="0" i="0" u="none" strike="noStrike" cap="none">
                <a:solidFill>
                  <a:schemeClr val="dk1"/>
                </a:solidFill>
                <a:latin typeface="Arial"/>
                <a:ea typeface="Arial"/>
                <a:cs typeface="Arial"/>
                <a:sym typeface="Arial"/>
              </a:defRPr>
            </a:lvl1pPr>
            <a:lvl2pPr marL="914400" marR="0" lvl="1" indent="-838200" algn="l" rtl="0">
              <a:spcBef>
                <a:spcPts val="1920"/>
              </a:spcBef>
              <a:spcAft>
                <a:spcPts val="0"/>
              </a:spcAft>
              <a:buClr>
                <a:schemeClr val="dk1"/>
              </a:buClr>
              <a:buSzPts val="9600"/>
              <a:buFont typeface="Arial"/>
              <a:buChar char="–"/>
              <a:defRPr sz="9600" b="0" i="0" u="none" strike="noStrike" cap="none">
                <a:solidFill>
                  <a:schemeClr val="dk1"/>
                </a:solidFill>
                <a:latin typeface="Arial"/>
                <a:ea typeface="Arial"/>
                <a:cs typeface="Arial"/>
                <a:sym typeface="Arial"/>
              </a:defRPr>
            </a:lvl2pPr>
            <a:lvl3pPr marL="1371600" marR="0" lvl="2" indent="-753554" algn="l" rtl="0">
              <a:spcBef>
                <a:spcPts val="1653"/>
              </a:spcBef>
              <a:spcAft>
                <a:spcPts val="0"/>
              </a:spcAft>
              <a:buClr>
                <a:schemeClr val="dk1"/>
              </a:buClr>
              <a:buSzPts val="8267"/>
              <a:buFont typeface="Arial"/>
              <a:buChar char="•"/>
              <a:defRPr sz="8267" b="0" i="0" u="none" strike="noStrike" cap="none">
                <a:solidFill>
                  <a:schemeClr val="dk1"/>
                </a:solidFill>
                <a:latin typeface="Arial"/>
                <a:ea typeface="Arial"/>
                <a:cs typeface="Arial"/>
                <a:sym typeface="Arial"/>
              </a:defRPr>
            </a:lvl3pPr>
            <a:lvl4pPr marL="1828800" marR="0" lvl="3" indent="-668909" algn="l" rtl="0">
              <a:spcBef>
                <a:spcPts val="1387"/>
              </a:spcBef>
              <a:spcAft>
                <a:spcPts val="0"/>
              </a:spcAft>
              <a:buClr>
                <a:schemeClr val="dk1"/>
              </a:buClr>
              <a:buSzPts val="6934"/>
              <a:buFont typeface="Arial"/>
              <a:buChar char="–"/>
              <a:defRPr sz="6933" b="0" i="0" u="none" strike="noStrike" cap="none">
                <a:solidFill>
                  <a:schemeClr val="dk1"/>
                </a:solidFill>
                <a:latin typeface="Arial"/>
                <a:ea typeface="Arial"/>
                <a:cs typeface="Arial"/>
                <a:sym typeface="Arial"/>
              </a:defRPr>
            </a:lvl4pPr>
            <a:lvl5pPr marL="2286000" marR="0" lvl="4" indent="-668909" algn="l" rtl="0">
              <a:spcBef>
                <a:spcPts val="1387"/>
              </a:spcBef>
              <a:spcAft>
                <a:spcPts val="0"/>
              </a:spcAft>
              <a:buClr>
                <a:schemeClr val="dk1"/>
              </a:buClr>
              <a:buSzPts val="6934"/>
              <a:buFont typeface="Arial"/>
              <a:buChar char="»"/>
              <a:defRPr sz="6933" b="0" i="0" u="none" strike="noStrike" cap="none">
                <a:solidFill>
                  <a:schemeClr val="dk1"/>
                </a:solidFill>
                <a:latin typeface="Arial"/>
                <a:ea typeface="Arial"/>
                <a:cs typeface="Arial"/>
                <a:sym typeface="Arial"/>
              </a:defRPr>
            </a:lvl5pPr>
            <a:lvl6pPr marL="2743200" marR="0" lvl="5" indent="-668909" algn="l" rtl="0">
              <a:spcBef>
                <a:spcPts val="1387"/>
              </a:spcBef>
              <a:spcAft>
                <a:spcPts val="0"/>
              </a:spcAft>
              <a:buClr>
                <a:schemeClr val="dk1"/>
              </a:buClr>
              <a:buSzPts val="6934"/>
              <a:buFont typeface="Arial"/>
              <a:buChar char="»"/>
              <a:defRPr sz="6933" b="0" i="0" u="none" strike="noStrike" cap="none">
                <a:solidFill>
                  <a:schemeClr val="dk1"/>
                </a:solidFill>
                <a:latin typeface="Arial"/>
                <a:ea typeface="Arial"/>
                <a:cs typeface="Arial"/>
                <a:sym typeface="Arial"/>
              </a:defRPr>
            </a:lvl6pPr>
            <a:lvl7pPr marL="3200400" marR="0" lvl="6" indent="-668909" algn="l" rtl="0">
              <a:spcBef>
                <a:spcPts val="1387"/>
              </a:spcBef>
              <a:spcAft>
                <a:spcPts val="0"/>
              </a:spcAft>
              <a:buClr>
                <a:schemeClr val="dk1"/>
              </a:buClr>
              <a:buSzPts val="6934"/>
              <a:buFont typeface="Arial"/>
              <a:buChar char="»"/>
              <a:defRPr sz="6933" b="0" i="0" u="none" strike="noStrike" cap="none">
                <a:solidFill>
                  <a:schemeClr val="dk1"/>
                </a:solidFill>
                <a:latin typeface="Arial"/>
                <a:ea typeface="Arial"/>
                <a:cs typeface="Arial"/>
                <a:sym typeface="Arial"/>
              </a:defRPr>
            </a:lvl7pPr>
            <a:lvl8pPr marL="3657600" marR="0" lvl="7" indent="-668909" algn="l" rtl="0">
              <a:spcBef>
                <a:spcPts val="1387"/>
              </a:spcBef>
              <a:spcAft>
                <a:spcPts val="0"/>
              </a:spcAft>
              <a:buClr>
                <a:schemeClr val="dk1"/>
              </a:buClr>
              <a:buSzPts val="6934"/>
              <a:buFont typeface="Arial"/>
              <a:buChar char="»"/>
              <a:defRPr sz="6933" b="0" i="0" u="none" strike="noStrike" cap="none">
                <a:solidFill>
                  <a:schemeClr val="dk1"/>
                </a:solidFill>
                <a:latin typeface="Arial"/>
                <a:ea typeface="Arial"/>
                <a:cs typeface="Arial"/>
                <a:sym typeface="Arial"/>
              </a:defRPr>
            </a:lvl8pPr>
            <a:lvl9pPr marL="4114800" marR="0" lvl="8" indent="-668908" algn="l" rtl="0">
              <a:spcBef>
                <a:spcPts val="1387"/>
              </a:spcBef>
              <a:spcAft>
                <a:spcPts val="0"/>
              </a:spcAft>
              <a:buClr>
                <a:schemeClr val="dk1"/>
              </a:buClr>
              <a:buSzPts val="6934"/>
              <a:buFont typeface="Arial"/>
              <a:buChar char="»"/>
              <a:defRPr sz="6933"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dt" idx="10"/>
          </p:nvPr>
        </p:nvSpPr>
        <p:spPr>
          <a:xfrm>
            <a:off x="1645444" y="19985568"/>
            <a:ext cx="7681913" cy="1524000"/>
          </a:xfrm>
          <a:prstGeom prst="rect">
            <a:avLst/>
          </a:prstGeom>
          <a:noFill/>
          <a:ln>
            <a:noFill/>
          </a:ln>
        </p:spPr>
        <p:txBody>
          <a:bodyPr spcFirstLastPara="1" wrap="square" lIns="470250" tIns="235125" rIns="470250" bIns="235125" anchor="t" anchorCtr="0">
            <a:noAutofit/>
          </a:bodyPr>
          <a:lstStyle>
            <a:lvl1pPr marR="0" lvl="0" algn="l" rtl="0">
              <a:spcBef>
                <a:spcPts val="0"/>
              </a:spcBef>
              <a:spcAft>
                <a:spcPts val="0"/>
              </a:spcAft>
              <a:buSzPts val="1400"/>
              <a:buNone/>
              <a:defRPr sz="4867"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214"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14"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14"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14"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14"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14"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14"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14"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11246644" y="19985568"/>
            <a:ext cx="10425113" cy="1524000"/>
          </a:xfrm>
          <a:prstGeom prst="rect">
            <a:avLst/>
          </a:prstGeom>
          <a:noFill/>
          <a:ln>
            <a:noFill/>
          </a:ln>
        </p:spPr>
        <p:txBody>
          <a:bodyPr spcFirstLastPara="1" wrap="square" lIns="470250" tIns="235125" rIns="470250" bIns="235125" anchor="t" anchorCtr="0">
            <a:noAutofit/>
          </a:bodyPr>
          <a:lstStyle>
            <a:lvl1pPr marR="0" lvl="0" algn="ctr" rtl="0">
              <a:spcBef>
                <a:spcPts val="0"/>
              </a:spcBef>
              <a:spcAft>
                <a:spcPts val="0"/>
              </a:spcAft>
              <a:buSzPts val="1400"/>
              <a:buNone/>
              <a:defRPr sz="4867"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214"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14"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14"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14"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14"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14"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14"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14" b="0" i="0" u="none" strike="noStrike" cap="none">
                <a:solidFill>
                  <a:schemeClr val="dk1"/>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23591044" y="19985568"/>
            <a:ext cx="7681913" cy="1524000"/>
          </a:xfrm>
          <a:prstGeom prst="rect">
            <a:avLst/>
          </a:prstGeom>
          <a:noFill/>
          <a:ln>
            <a:noFill/>
          </a:ln>
        </p:spPr>
        <p:txBody>
          <a:bodyPr spcFirstLastPara="1" wrap="square" lIns="470250" tIns="235125" rIns="470250" bIns="235125" anchor="t" anchorCtr="0">
            <a:noAutofit/>
          </a:bodyPr>
          <a:lstStyle>
            <a:lvl1pPr marL="0" marR="0" lvl="0" indent="0" algn="r" rtl="0">
              <a:spcBef>
                <a:spcPts val="0"/>
              </a:spcBef>
              <a:spcAft>
                <a:spcPts val="0"/>
              </a:spcAft>
              <a:buNone/>
              <a:defRPr sz="4867"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4867"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4867"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4867"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4867"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4867"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4867"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4867"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4867"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1"/>
          <p:cNvPicPr preferRelativeResize="0"/>
          <p:nvPr/>
        </p:nvPicPr>
        <p:blipFill rotWithShape="1">
          <a:blip r:embed="rId13">
            <a:alphaModFix/>
          </a:blip>
          <a:srcRect/>
          <a:stretch/>
        </p:blipFill>
        <p:spPr>
          <a:xfrm rot="-5400000">
            <a:off x="-11074400" y="10972800"/>
            <a:ext cx="14274800" cy="3937000"/>
          </a:xfrm>
          <a:prstGeom prst="rect">
            <a:avLst/>
          </a:prstGeom>
          <a:noFill/>
          <a:ln>
            <a:noFill/>
          </a:ln>
        </p:spPr>
      </p:pic>
      <p:pic>
        <p:nvPicPr>
          <p:cNvPr id="12" name="Google Shape;12;p1"/>
          <p:cNvPicPr preferRelativeResize="0"/>
          <p:nvPr/>
        </p:nvPicPr>
        <p:blipFill rotWithShape="1">
          <a:blip r:embed="rId13">
            <a:alphaModFix/>
          </a:blip>
          <a:srcRect/>
          <a:stretch/>
        </p:blipFill>
        <p:spPr>
          <a:xfrm rot="5400000">
            <a:off x="29718000" y="10972800"/>
            <a:ext cx="14274800" cy="3937000"/>
          </a:xfrm>
          <a:prstGeom prst="rect">
            <a:avLst/>
          </a:prstGeom>
          <a:noFill/>
          <a:ln>
            <a:noFill/>
          </a:ln>
        </p:spPr>
      </p:pic>
      <p:pic>
        <p:nvPicPr>
          <p:cNvPr id="13" name="Google Shape;13;p1"/>
          <p:cNvPicPr preferRelativeResize="0"/>
          <p:nvPr/>
        </p:nvPicPr>
        <p:blipFill rotWithShape="1">
          <a:blip r:embed="rId14">
            <a:alphaModFix/>
          </a:blip>
          <a:srcRect/>
          <a:stretch/>
        </p:blipFill>
        <p:spPr>
          <a:xfrm>
            <a:off x="1460500" y="22453600"/>
            <a:ext cx="29997400" cy="1447800"/>
          </a:xfrm>
          <a:prstGeom prst="rect">
            <a:avLst/>
          </a:prstGeom>
          <a:noFill/>
          <a:ln>
            <a:noFill/>
          </a:ln>
        </p:spPr>
      </p:pic>
      <p:sp>
        <p:nvSpPr>
          <p:cNvPr id="14" name="Google Shape;14;p1"/>
          <p:cNvSpPr/>
          <p:nvPr/>
        </p:nvSpPr>
        <p:spPr>
          <a:xfrm>
            <a:off x="1460500" y="23025100"/>
            <a:ext cx="16459200" cy="1270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4560" b="0" i="0" u="none" strike="noStrike" cap="none">
                <a:solidFill>
                  <a:srgbClr val="808080"/>
                </a:solidFill>
                <a:latin typeface="Arial"/>
                <a:ea typeface="Arial"/>
                <a:cs typeface="Arial"/>
                <a:sym typeface="Arial"/>
              </a:rPr>
              <a:t>Template ID: debatingdenim  Size: 36x24</a:t>
            </a: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p13"/>
          <p:cNvSpPr/>
          <p:nvPr/>
        </p:nvSpPr>
        <p:spPr>
          <a:xfrm>
            <a:off x="381000" y="358475"/>
            <a:ext cx="32156400" cy="3698400"/>
          </a:xfrm>
          <a:prstGeom prst="roundRect">
            <a:avLst>
              <a:gd name="adj" fmla="val 16667"/>
            </a:avLst>
          </a:prstGeom>
          <a:solidFill>
            <a:srgbClr val="2A4A70"/>
          </a:solidFill>
          <a:ln>
            <a:noFill/>
          </a:ln>
        </p:spPr>
        <p:txBody>
          <a:bodyPr spcFirstLastPara="1" wrap="square" lIns="137150" tIns="68575" rIns="137150" bIns="68575" anchor="ctr" anchorCtr="0">
            <a:noAutofit/>
          </a:bodyPr>
          <a:lstStyle/>
          <a:p>
            <a:pPr marL="0" marR="0" lvl="0" indent="0" algn="ctr" rtl="0">
              <a:lnSpc>
                <a:spcPct val="90000"/>
              </a:lnSpc>
              <a:spcBef>
                <a:spcPts val="0"/>
              </a:spcBef>
              <a:spcAft>
                <a:spcPts val="0"/>
              </a:spcAft>
              <a:buNone/>
            </a:pPr>
            <a:endParaRPr sz="3266" b="0" i="1" u="none" strike="noStrike" cap="none">
              <a:solidFill>
                <a:schemeClr val="dk1"/>
              </a:solidFill>
              <a:latin typeface="Arial"/>
              <a:ea typeface="Arial"/>
              <a:cs typeface="Arial"/>
              <a:sym typeface="Arial"/>
            </a:endParaRPr>
          </a:p>
        </p:txBody>
      </p:sp>
      <p:sp>
        <p:nvSpPr>
          <p:cNvPr id="89" name="Google Shape;89;p13"/>
          <p:cNvSpPr txBox="1"/>
          <p:nvPr/>
        </p:nvSpPr>
        <p:spPr>
          <a:xfrm>
            <a:off x="2384550" y="536275"/>
            <a:ext cx="27741600" cy="1958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lt1"/>
              </a:buClr>
              <a:buSzPts val="5700"/>
              <a:buFont typeface="Amaranth"/>
              <a:buNone/>
            </a:pPr>
            <a:r>
              <a:rPr lang="en-US" altLang="zh-CN" sz="7000" dirty="0">
                <a:solidFill>
                  <a:schemeClr val="lt1"/>
                </a:solidFill>
                <a:latin typeface="Amaranth"/>
              </a:rPr>
              <a:t>R</a:t>
            </a:r>
            <a:r>
              <a:rPr lang="en-US" sz="7000" dirty="0">
                <a:solidFill>
                  <a:schemeClr val="lt1"/>
                </a:solidFill>
                <a:latin typeface="Amaranth"/>
              </a:rPr>
              <a:t>einforcement Learning for Long-Term Management of the California Condor Population</a:t>
            </a:r>
            <a:endParaRPr sz="7000" dirty="0">
              <a:solidFill>
                <a:schemeClr val="lt1"/>
              </a:solidFill>
              <a:latin typeface="Amaranth"/>
              <a:sym typeface="Amaranth"/>
            </a:endParaRPr>
          </a:p>
        </p:txBody>
      </p:sp>
      <p:sp>
        <p:nvSpPr>
          <p:cNvPr id="90" name="Google Shape;90;p13"/>
          <p:cNvSpPr txBox="1"/>
          <p:nvPr/>
        </p:nvSpPr>
        <p:spPr>
          <a:xfrm>
            <a:off x="4351775" y="2629429"/>
            <a:ext cx="24384000" cy="1233900"/>
          </a:xfrm>
          <a:prstGeom prst="rect">
            <a:avLst/>
          </a:prstGeom>
          <a:noFill/>
          <a:ln>
            <a:noFill/>
          </a:ln>
        </p:spPr>
        <p:txBody>
          <a:bodyPr spcFirstLastPara="1" wrap="square" lIns="0" tIns="0" rIns="0" bIns="0" anchor="t" anchorCtr="0">
            <a:spAutoFit/>
          </a:bodyPr>
          <a:lstStyle/>
          <a:p>
            <a:pPr lvl="0" algn="ctr">
              <a:buClr>
                <a:schemeClr val="lt1"/>
              </a:buClr>
              <a:buSzPts val="3700"/>
            </a:pPr>
            <a:r>
              <a:rPr lang="en-US" sz="3700" dirty="0">
                <a:solidFill>
                  <a:schemeClr val="lt1"/>
                </a:solidFill>
                <a:latin typeface="Titillium Web"/>
                <a:ea typeface="Titillium Web"/>
                <a:cs typeface="Titillium Web"/>
                <a:sym typeface="Titillium Web"/>
              </a:rPr>
              <a:t>Team: Yuan </a:t>
            </a:r>
            <a:r>
              <a:rPr lang="en-US" sz="3700" dirty="0">
                <a:solidFill>
                  <a:schemeClr val="lt1"/>
                </a:solidFill>
                <a:latin typeface="Titillium Web"/>
                <a:sym typeface="Titillium Web"/>
              </a:rPr>
              <a:t>Li, </a:t>
            </a:r>
            <a:r>
              <a:rPr lang="en-CA" sz="3700" dirty="0">
                <a:solidFill>
                  <a:schemeClr val="lt1"/>
                </a:solidFill>
                <a:latin typeface="Titillium Web"/>
              </a:rPr>
              <a:t>Jérémy Kim</a:t>
            </a:r>
            <a:endParaRPr sz="3700" dirty="0">
              <a:solidFill>
                <a:schemeClr val="lt1"/>
              </a:solidFill>
              <a:latin typeface="Titillium Web"/>
            </a:endParaRPr>
          </a:p>
          <a:p>
            <a:pPr marL="0" marR="0" lvl="0" indent="0" algn="ctr" rtl="0">
              <a:lnSpc>
                <a:spcPct val="100000"/>
              </a:lnSpc>
              <a:spcBef>
                <a:spcPts val="740"/>
              </a:spcBef>
              <a:spcAft>
                <a:spcPts val="0"/>
              </a:spcAft>
              <a:buClr>
                <a:schemeClr val="lt1"/>
              </a:buClr>
              <a:buSzPts val="3700"/>
              <a:buFont typeface="Arial"/>
              <a:buNone/>
            </a:pPr>
            <a:r>
              <a:rPr lang="en-US" sz="3700" b="0" i="0" u="none" strike="noStrike" cap="none" dirty="0">
                <a:solidFill>
                  <a:schemeClr val="lt1"/>
                </a:solidFill>
                <a:latin typeface="Titillium Web"/>
                <a:ea typeface="Titillium Web"/>
                <a:cs typeface="Titillium Web"/>
                <a:sym typeface="Titillium Web"/>
              </a:rPr>
              <a:t>Université de Montréal </a:t>
            </a:r>
            <a:endParaRPr sz="3700" b="0" i="0" u="none" strike="noStrike" cap="none" dirty="0">
              <a:solidFill>
                <a:schemeClr val="lt1"/>
              </a:solidFill>
              <a:latin typeface="Titillium Web"/>
              <a:ea typeface="Titillium Web"/>
              <a:cs typeface="Titillium Web"/>
              <a:sym typeface="Titillium Web"/>
            </a:endParaRPr>
          </a:p>
        </p:txBody>
      </p:sp>
      <mc:AlternateContent xmlns:mc="http://schemas.openxmlformats.org/markup-compatibility/2006" xmlns:a14="http://schemas.microsoft.com/office/drawing/2010/main">
        <mc:Choice Requires="a14">
          <p:sp>
            <p:nvSpPr>
              <p:cNvPr id="92" name="Google Shape;92;p13"/>
              <p:cNvSpPr txBox="1"/>
              <p:nvPr/>
            </p:nvSpPr>
            <p:spPr>
              <a:xfrm>
                <a:off x="8458213" y="5049108"/>
                <a:ext cx="7404300" cy="17751274"/>
              </a:xfrm>
              <a:prstGeom prst="rect">
                <a:avLst/>
              </a:prstGeom>
              <a:noFill/>
              <a:ln>
                <a:noFill/>
              </a:ln>
            </p:spPr>
            <p:txBody>
              <a:bodyPr spcFirstLastPara="1" wrap="square" lIns="60925" tIns="30450" rIns="60925" bIns="30450" anchor="t" anchorCtr="0">
                <a:spAutoFit/>
              </a:bodyPr>
              <a:lstStyle/>
              <a:p>
                <a:endParaRPr lang="en-CA" dirty="0"/>
              </a:p>
              <a:p>
                <a:r>
                  <a:rPr lang="en-CA" b="1" dirty="0"/>
                  <a:t>2.1 Population Model</a:t>
                </a:r>
              </a:p>
              <a:p>
                <a:r>
                  <a:rPr lang="en-CA" dirty="0"/>
                  <a:t>We model the condor population using an age-structured dynamical system with the state vector:</a:t>
                </a:r>
              </a:p>
              <a:p>
                <a:pPr/>
                <a14:m>
                  <m:oMathPara xmlns:m="http://schemas.openxmlformats.org/officeDocument/2006/math">
                    <m:oMathParaPr>
                      <m:jc m:val="centerGroup"/>
                    </m:oMathParaPr>
                    <m:oMath xmlns:m="http://schemas.openxmlformats.org/officeDocument/2006/math">
                      <m:sSub>
                        <m:sSubPr>
                          <m:ctrlPr>
                            <a:rPr lang="ar-AE" b="1" i="1">
                              <a:latin typeface="Cambria Math" panose="02040503050406030204" pitchFamily="18" charset="0"/>
                            </a:rPr>
                          </m:ctrlPr>
                        </m:sSubPr>
                        <m:e>
                          <m:r>
                            <a:rPr lang="ar-AE" b="1" i="1">
                              <a:latin typeface="Cambria Math" panose="02040503050406030204" pitchFamily="18" charset="0"/>
                            </a:rPr>
                            <m:t>𝒔</m:t>
                          </m:r>
                        </m:e>
                        <m:sub>
                          <m:r>
                            <a:rPr lang="ar-AE" b="1" i="1">
                              <a:latin typeface="Cambria Math" panose="02040503050406030204" pitchFamily="18" charset="0"/>
                            </a:rPr>
                            <m:t>𝒕</m:t>
                          </m:r>
                        </m:sub>
                      </m:sSub>
                      <m:r>
                        <a:rPr lang="ar-AE" b="1">
                          <a:latin typeface="Cambria Math" panose="02040503050406030204" pitchFamily="18" charset="0"/>
                        </a:rPr>
                        <m:t>=</m:t>
                      </m:r>
                      <m:d>
                        <m:dPr>
                          <m:begChr m:val="["/>
                          <m:endChr m:val="]"/>
                          <m:sepChr m:val=","/>
                          <m:ctrlPr>
                            <a:rPr lang="ar-AE" b="1" i="1">
                              <a:latin typeface="Cambria Math" panose="02040503050406030204" pitchFamily="18" charset="0"/>
                            </a:rPr>
                          </m:ctrlPr>
                        </m:dPr>
                        <m:e>
                          <m:sSubSup>
                            <m:sSubSupPr>
                              <m:ctrlPr>
                                <a:rPr lang="ar-AE" b="1" i="1">
                                  <a:latin typeface="Cambria Math" panose="02040503050406030204" pitchFamily="18" charset="0"/>
                                </a:rPr>
                              </m:ctrlPr>
                            </m:sSubSupPr>
                            <m:e>
                              <m:r>
                                <a:rPr lang="ar-AE" b="1" i="1">
                                  <a:latin typeface="Cambria Math" panose="02040503050406030204" pitchFamily="18" charset="0"/>
                                </a:rPr>
                                <m:t>𝑵</m:t>
                              </m:r>
                            </m:e>
                            <m:sub>
                              <m:r>
                                <a:rPr lang="ar-AE" b="1" i="1">
                                  <a:latin typeface="Cambria Math" panose="02040503050406030204" pitchFamily="18" charset="0"/>
                                </a:rPr>
                                <m:t>𝒋</m:t>
                              </m:r>
                            </m:sub>
                            <m:sup>
                              <m:r>
                                <a:rPr lang="ar-AE" b="1" i="1">
                                  <a:latin typeface="Cambria Math" panose="02040503050406030204" pitchFamily="18" charset="0"/>
                                </a:rPr>
                                <m:t>𝒕</m:t>
                              </m:r>
                            </m:sup>
                          </m:sSubSup>
                        </m:e>
                        <m:e>
                          <m:sSubSup>
                            <m:sSubSupPr>
                              <m:ctrlPr>
                                <a:rPr lang="ar-AE" b="1" i="1">
                                  <a:latin typeface="Cambria Math" panose="02040503050406030204" pitchFamily="18" charset="0"/>
                                </a:rPr>
                              </m:ctrlPr>
                            </m:sSubSupPr>
                            <m:e>
                              <m:r>
                                <a:rPr lang="ar-AE" b="1" i="1">
                                  <a:latin typeface="Cambria Math" panose="02040503050406030204" pitchFamily="18" charset="0"/>
                                </a:rPr>
                                <m:t>𝑵</m:t>
                              </m:r>
                            </m:e>
                            <m:sub>
                              <m:r>
                                <a:rPr lang="en-CA" b="1" i="1">
                                  <a:latin typeface="Cambria Math" panose="02040503050406030204" pitchFamily="18" charset="0"/>
                                </a:rPr>
                                <m:t>𝒔</m:t>
                              </m:r>
                            </m:sub>
                            <m:sup>
                              <m:r>
                                <a:rPr lang="ar-AE" b="1" i="1">
                                  <a:latin typeface="Cambria Math" panose="02040503050406030204" pitchFamily="18" charset="0"/>
                                </a:rPr>
                                <m:t>𝒕</m:t>
                              </m:r>
                            </m:sup>
                          </m:sSubSup>
                        </m:e>
                        <m:e>
                          <m:sSubSup>
                            <m:sSubSupPr>
                              <m:ctrlPr>
                                <a:rPr lang="ar-AE" b="1" i="1">
                                  <a:latin typeface="Cambria Math" panose="02040503050406030204" pitchFamily="18" charset="0"/>
                                </a:rPr>
                              </m:ctrlPr>
                            </m:sSubSupPr>
                            <m:e>
                              <m:r>
                                <a:rPr lang="ar-AE" b="1" i="1">
                                  <a:latin typeface="Cambria Math" panose="02040503050406030204" pitchFamily="18" charset="0"/>
                                </a:rPr>
                                <m:t>𝑵</m:t>
                              </m:r>
                            </m:e>
                            <m:sub>
                              <m:r>
                                <a:rPr lang="ar-AE" b="1" i="1">
                                  <a:latin typeface="Cambria Math" panose="02040503050406030204" pitchFamily="18" charset="0"/>
                                </a:rPr>
                                <m:t>𝒋</m:t>
                              </m:r>
                            </m:sub>
                            <m:sup>
                              <m:r>
                                <a:rPr lang="ar-AE" b="1" i="1">
                                  <a:latin typeface="Cambria Math" panose="02040503050406030204" pitchFamily="18" charset="0"/>
                                </a:rPr>
                                <m:t>𝒕</m:t>
                              </m:r>
                            </m:sup>
                          </m:sSubSup>
                        </m:e>
                        <m:e>
                          <m:sSup>
                            <m:sSupPr>
                              <m:ctrlPr>
                                <a:rPr lang="ar-AE" b="1" i="1">
                                  <a:latin typeface="Cambria Math" panose="02040503050406030204" pitchFamily="18" charset="0"/>
                                </a:rPr>
                              </m:ctrlPr>
                            </m:sSupPr>
                            <m:e>
                              <m:r>
                                <a:rPr lang="ar-AE" b="1" i="1">
                                  <a:latin typeface="Cambria Math" panose="02040503050406030204" pitchFamily="18" charset="0"/>
                                </a:rPr>
                                <m:t>𝑪</m:t>
                              </m:r>
                            </m:e>
                            <m:sup>
                              <m:r>
                                <a:rPr lang="ar-AE" b="1" i="1">
                                  <a:latin typeface="Cambria Math" panose="02040503050406030204" pitchFamily="18" charset="0"/>
                                </a:rPr>
                                <m:t>𝒕</m:t>
                              </m:r>
                            </m:sup>
                          </m:sSup>
                        </m:e>
                        <m:e>
                          <m:sSup>
                            <m:sSupPr>
                              <m:ctrlPr>
                                <a:rPr lang="ar-AE" b="1" i="1">
                                  <a:latin typeface="Cambria Math" panose="02040503050406030204" pitchFamily="18" charset="0"/>
                                </a:rPr>
                              </m:ctrlPr>
                            </m:sSupPr>
                            <m:e>
                              <m:r>
                                <a:rPr lang="ar-AE" b="1" i="1">
                                  <a:latin typeface="Cambria Math" panose="02040503050406030204" pitchFamily="18" charset="0"/>
                                </a:rPr>
                                <m:t>𝑯</m:t>
                              </m:r>
                            </m:e>
                            <m:sup>
                              <m:r>
                                <a:rPr lang="ar-AE" b="1" i="1">
                                  <a:latin typeface="Cambria Math" panose="02040503050406030204" pitchFamily="18" charset="0"/>
                                </a:rPr>
                                <m:t>𝒕</m:t>
                              </m:r>
                            </m:sup>
                          </m:sSup>
                        </m:e>
                      </m:d>
                    </m:oMath>
                  </m:oMathPara>
                </a14:m>
                <a:endParaRPr lang="ar-AE" b="1" dirty="0"/>
              </a:p>
              <a:p>
                <a:r>
                  <a:rPr lang="en-US" dirty="0"/>
                  <a:t>State includes age-structured wild population, captive stock, and habitat quality.</a:t>
                </a:r>
                <a:endParaRPr lang="en-CA" dirty="0"/>
              </a:p>
              <a:p>
                <a:r>
                  <a:rPr lang="en-CA" b="1" dirty="0"/>
                  <a:t> Nj</a:t>
                </a:r>
                <a:r>
                  <a:rPr lang="en-CA" dirty="0"/>
                  <a:t>: Juveniles (0–2 years), </a:t>
                </a:r>
                <a:r>
                  <a:rPr lang="en-CA" b="1" dirty="0"/>
                  <a:t>Ns</a:t>
                </a:r>
                <a:r>
                  <a:rPr lang="en-CA" dirty="0"/>
                  <a:t>: Subadults (2–6 years), - </a:t>
                </a:r>
                <a:r>
                  <a:rPr lang="en-CA" b="1" dirty="0"/>
                  <a:t>Na</a:t>
                </a:r>
                <a:r>
                  <a:rPr lang="en-CA" dirty="0"/>
                  <a:t>: Adults (≥6 years, breeding)</a:t>
                </a:r>
              </a:p>
              <a:p>
                <a:r>
                  <a:rPr lang="en-CA" dirty="0"/>
                  <a:t> </a:t>
                </a:r>
                <a:r>
                  <a:rPr lang="en-CA" b="1" dirty="0"/>
                  <a:t>C</a:t>
                </a:r>
                <a:r>
                  <a:rPr lang="en-CA" dirty="0"/>
                  <a:t>: Captive population.  </a:t>
                </a:r>
                <a:r>
                  <a:rPr lang="en-CA" b="1" dirty="0"/>
                  <a:t>H</a:t>
                </a:r>
                <a:r>
                  <a:rPr lang="en-CA" dirty="0"/>
                  <a:t>: Habitat quality index (baseline = 1.0)</a:t>
                </a:r>
              </a:p>
              <a:p>
                <a:endParaRPr lang="en-US" dirty="0"/>
              </a:p>
              <a:p>
                <a:r>
                  <a:rPr lang="en-US" dirty="0"/>
                  <a:t>The population dynamics are governed by an </a:t>
                </a:r>
                <a:r>
                  <a:rPr lang="en-US" b="1" dirty="0"/>
                  <a:t>age-structured </a:t>
                </a:r>
                <a:r>
                  <a:rPr lang="en-US" dirty="0"/>
                  <a:t>stochastic system incorporating survival, reproduction, lead-poisoning risk, habitat dynamics, and rare disaster events, as formalized below.</a:t>
                </a:r>
              </a:p>
              <a:p>
                <a:r>
                  <a:rPr lang="en-CA" b="1" dirty="0"/>
                  <a:t>(1) Stochastic Disaster</a:t>
                </a:r>
              </a:p>
              <a:p>
                <a:pPr/>
                <a14:m>
                  <m:oMathPara xmlns:m="http://schemas.openxmlformats.org/officeDocument/2006/math">
                    <m:oMathParaPr>
                      <m:jc m:val="centerGroup"/>
                    </m:oMathParaPr>
                    <m:oMath xmlns:m="http://schemas.openxmlformats.org/officeDocument/2006/math">
                      <m:sSub>
                        <m:sSubPr>
                          <m:ctrlPr>
                            <a:rPr lang="ar-AE" b="1" i="1">
                              <a:latin typeface="Cambria Math" panose="02040503050406030204" pitchFamily="18" charset="0"/>
                            </a:rPr>
                          </m:ctrlPr>
                        </m:sSubPr>
                        <m:e>
                          <m:r>
                            <a:rPr lang="ar-AE" b="1" i="1">
                              <a:latin typeface="Cambria Math" panose="02040503050406030204" pitchFamily="18" charset="0"/>
                            </a:rPr>
                            <m:t>𝜹</m:t>
                          </m:r>
                        </m:e>
                        <m:sub>
                          <m:r>
                            <a:rPr lang="ar-AE" b="1" i="1">
                              <a:latin typeface="Cambria Math" panose="02040503050406030204" pitchFamily="18" charset="0"/>
                            </a:rPr>
                            <m:t>𝒕</m:t>
                          </m:r>
                        </m:sub>
                      </m:sSub>
                      <m:r>
                        <a:rPr lang="ar-AE" b="1">
                          <a:latin typeface="Cambria Math" panose="02040503050406030204" pitchFamily="18" charset="0"/>
                        </a:rPr>
                        <m:t>=</m:t>
                      </m:r>
                      <m:d>
                        <m:dPr>
                          <m:begChr m:val="{"/>
                          <m:endChr m:val=""/>
                          <m:ctrlPr>
                            <a:rPr lang="ar-AE" b="1" i="1">
                              <a:latin typeface="Cambria Math" panose="02040503050406030204" pitchFamily="18" charset="0"/>
                            </a:rPr>
                          </m:ctrlPr>
                        </m:dPr>
                        <m:e>
                          <m:m>
                            <m:mPr>
                              <m:plcHide m:val="on"/>
                              <m:mcs>
                                <m:mc>
                                  <m:mcPr>
                                    <m:count m:val="2"/>
                                    <m:mcJc m:val="center"/>
                                  </m:mcPr>
                                </m:mc>
                              </m:mcs>
                              <m:ctrlPr>
                                <a:rPr lang="ar-AE" b="1" i="1">
                                  <a:latin typeface="Cambria Math" panose="02040503050406030204" pitchFamily="18" charset="0"/>
                                </a:rPr>
                              </m:ctrlPr>
                            </m:mPr>
                            <m:mr>
                              <m:e>
                                <m:r>
                                  <a:rPr lang="ar-AE" b="1" i="1">
                                    <a:latin typeface="Cambria Math" panose="02040503050406030204" pitchFamily="18" charset="0"/>
                                  </a:rPr>
                                  <m:t>𝟏</m:t>
                                </m:r>
                                <m:r>
                                  <a:rPr lang="ar-AE" b="1">
                                    <a:latin typeface="Cambria Math" panose="02040503050406030204" pitchFamily="18" charset="0"/>
                                  </a:rPr>
                                  <m:t>−</m:t>
                                </m:r>
                                <m:sSub>
                                  <m:sSubPr>
                                    <m:ctrlPr>
                                      <a:rPr lang="ar-AE" b="1" i="1">
                                        <a:latin typeface="Cambria Math" panose="02040503050406030204" pitchFamily="18" charset="0"/>
                                      </a:rPr>
                                    </m:ctrlPr>
                                  </m:sSubPr>
                                  <m:e>
                                    <m:r>
                                      <a:rPr lang="ar-AE" b="1" i="1">
                                        <a:latin typeface="Cambria Math" panose="02040503050406030204" pitchFamily="18" charset="0"/>
                                      </a:rPr>
                                      <m:t>𝝆</m:t>
                                    </m:r>
                                  </m:e>
                                  <m:sub>
                                    <m:r>
                                      <m:rPr>
                                        <m:nor/>
                                      </m:rPr>
                                      <a:rPr lang="en-CA" b="1" i="1"/>
                                      <m:t>dis</m:t>
                                    </m:r>
                                  </m:sub>
                                </m:sSub>
                                <m:r>
                                  <a:rPr lang="ar-AE" b="1">
                                    <a:latin typeface="Cambria Math" panose="02040503050406030204" pitchFamily="18" charset="0"/>
                                  </a:rPr>
                                  <m:t>,</m:t>
                                </m:r>
                              </m:e>
                              <m:e>
                                <m:sSub>
                                  <m:sSubPr>
                                    <m:ctrlPr>
                                      <a:rPr lang="ar-AE" b="1" i="1">
                                        <a:latin typeface="Cambria Math" panose="02040503050406030204" pitchFamily="18" charset="0"/>
                                      </a:rPr>
                                    </m:ctrlPr>
                                  </m:sSubPr>
                                  <m:e>
                                    <m:r>
                                      <a:rPr lang="ar-AE" b="1" i="1">
                                        <a:latin typeface="Cambria Math" panose="02040503050406030204" pitchFamily="18" charset="0"/>
                                      </a:rPr>
                                      <m:t>𝑫</m:t>
                                    </m:r>
                                  </m:e>
                                  <m:sub>
                                    <m:r>
                                      <a:rPr lang="ar-AE" b="1" i="1">
                                        <a:latin typeface="Cambria Math" panose="02040503050406030204" pitchFamily="18" charset="0"/>
                                      </a:rPr>
                                      <m:t>𝒕</m:t>
                                    </m:r>
                                  </m:sub>
                                </m:sSub>
                                <m:r>
                                  <a:rPr lang="ar-AE" b="1">
                                    <a:latin typeface="Cambria Math" panose="02040503050406030204" pitchFamily="18" charset="0"/>
                                  </a:rPr>
                                  <m:t>=</m:t>
                                </m:r>
                                <m:r>
                                  <a:rPr lang="ar-AE" b="1" i="1">
                                    <a:latin typeface="Cambria Math" panose="02040503050406030204" pitchFamily="18" charset="0"/>
                                  </a:rPr>
                                  <m:t>𝟏</m:t>
                                </m:r>
                              </m:e>
                            </m:mr>
                            <m:mr>
                              <m:e>
                                <m:r>
                                  <a:rPr lang="ar-AE" b="1" i="1">
                                    <a:latin typeface="Cambria Math" panose="02040503050406030204" pitchFamily="18" charset="0"/>
                                  </a:rPr>
                                  <m:t>𝟏</m:t>
                                </m:r>
                                <m:r>
                                  <a:rPr lang="ar-AE" b="1">
                                    <a:latin typeface="Cambria Math" panose="02040503050406030204" pitchFamily="18" charset="0"/>
                                  </a:rPr>
                                  <m:t>,</m:t>
                                </m:r>
                              </m:e>
                              <m:e>
                                <m:sSub>
                                  <m:sSubPr>
                                    <m:ctrlPr>
                                      <a:rPr lang="ar-AE" b="1" i="1">
                                        <a:latin typeface="Cambria Math" panose="02040503050406030204" pitchFamily="18" charset="0"/>
                                      </a:rPr>
                                    </m:ctrlPr>
                                  </m:sSubPr>
                                  <m:e>
                                    <m:r>
                                      <a:rPr lang="ar-AE" b="1" i="1">
                                        <a:latin typeface="Cambria Math" panose="02040503050406030204" pitchFamily="18" charset="0"/>
                                      </a:rPr>
                                      <m:t>𝑫</m:t>
                                    </m:r>
                                  </m:e>
                                  <m:sub>
                                    <m:r>
                                      <a:rPr lang="ar-AE" b="1" i="1">
                                        <a:latin typeface="Cambria Math" panose="02040503050406030204" pitchFamily="18" charset="0"/>
                                      </a:rPr>
                                      <m:t>𝒕</m:t>
                                    </m:r>
                                  </m:sub>
                                </m:sSub>
                                <m:r>
                                  <a:rPr lang="ar-AE" b="1">
                                    <a:latin typeface="Cambria Math" panose="02040503050406030204" pitchFamily="18" charset="0"/>
                                  </a:rPr>
                                  <m:t>=</m:t>
                                </m:r>
                                <m:r>
                                  <a:rPr lang="ar-AE" b="1" i="1">
                                    <a:latin typeface="Cambria Math" panose="02040503050406030204" pitchFamily="18" charset="0"/>
                                  </a:rPr>
                                  <m:t>𝟎</m:t>
                                </m:r>
                              </m:e>
                            </m:mr>
                          </m:m>
                        </m:e>
                      </m:d>
                    </m:oMath>
                  </m:oMathPara>
                </a14:m>
                <a:endParaRPr lang="ar-AE" b="1" dirty="0"/>
              </a:p>
              <a:p>
                <a:pPr algn="ctr"/>
                <a:r>
                  <a:rPr lang="en-US" dirty="0"/>
                  <a:t>Rare disasters occur probabilistically and reduce survival of all wild birds.</a:t>
                </a:r>
              </a:p>
              <a:p>
                <a:pPr algn="ctr"/>
                <a:endParaRPr lang="ar-AE" dirty="0"/>
              </a:p>
              <a:p>
                <a:r>
                  <a:rPr lang="ar-AE" b="1" dirty="0"/>
                  <a:t>(2) </a:t>
                </a:r>
                <a:r>
                  <a:rPr lang="en-CA" b="1" dirty="0"/>
                  <a:t>Effective Survival (Age-Structured)</a:t>
                </a:r>
              </a:p>
              <a:p>
                <a:pPr/>
                <a14:m>
                  <m:oMathPara xmlns:m="http://schemas.openxmlformats.org/officeDocument/2006/math">
                    <m:oMathParaPr>
                      <m:jc m:val="centerGroup"/>
                    </m:oMathParaPr>
                    <m:oMath xmlns:m="http://schemas.openxmlformats.org/officeDocument/2006/math">
                      <m:sSubSup>
                        <m:sSubSupPr>
                          <m:ctrlPr>
                            <a:rPr lang="ar-AE" b="1" i="1">
                              <a:latin typeface="Cambria Math" panose="02040503050406030204" pitchFamily="18" charset="0"/>
                            </a:rPr>
                          </m:ctrlPr>
                        </m:sSubSupPr>
                        <m:e>
                          <m:r>
                            <a:rPr lang="ar-AE" b="1" i="1">
                              <a:latin typeface="Cambria Math" panose="02040503050406030204" pitchFamily="18" charset="0"/>
                            </a:rPr>
                            <m:t>𝒔</m:t>
                          </m:r>
                        </m:e>
                        <m:sub>
                          <m:r>
                            <a:rPr lang="ar-AE" b="1" i="1">
                              <a:latin typeface="Cambria Math" panose="02040503050406030204" pitchFamily="18" charset="0"/>
                            </a:rPr>
                            <m:t>𝒙</m:t>
                          </m:r>
                        </m:sub>
                        <m:sup>
                          <m:r>
                            <a:rPr lang="ar-AE" b="1" i="1">
                              <a:latin typeface="Cambria Math" panose="02040503050406030204" pitchFamily="18" charset="0"/>
                            </a:rPr>
                            <m:t>𝒕</m:t>
                          </m:r>
                        </m:sup>
                      </m:sSubSup>
                      <m:r>
                        <a:rPr lang="ar-AE" b="1">
                          <a:latin typeface="Cambria Math" panose="02040503050406030204" pitchFamily="18" charset="0"/>
                        </a:rPr>
                        <m:t>=</m:t>
                      </m:r>
                      <m:sSubSup>
                        <m:sSubSupPr>
                          <m:ctrlPr>
                            <a:rPr lang="ar-AE" b="1" i="1">
                              <a:latin typeface="Cambria Math" panose="02040503050406030204" pitchFamily="18" charset="0"/>
                            </a:rPr>
                          </m:ctrlPr>
                        </m:sSubSupPr>
                        <m:e>
                          <m:r>
                            <a:rPr lang="ar-AE" b="1" i="1">
                              <a:latin typeface="Cambria Math" panose="02040503050406030204" pitchFamily="18" charset="0"/>
                            </a:rPr>
                            <m:t>𝒔</m:t>
                          </m:r>
                        </m:e>
                        <m:sub>
                          <m:r>
                            <a:rPr lang="ar-AE" b="1" i="1">
                              <a:latin typeface="Cambria Math" panose="02040503050406030204" pitchFamily="18" charset="0"/>
                            </a:rPr>
                            <m:t>𝒙</m:t>
                          </m:r>
                        </m:sub>
                        <m:sup>
                          <m:r>
                            <m:rPr>
                              <m:nor/>
                            </m:rPr>
                            <a:rPr lang="en-CA" b="1" i="1"/>
                            <m:t>base</m:t>
                          </m:r>
                        </m:sup>
                      </m:sSubSup>
                      <m:r>
                        <a:rPr lang="ar-AE" b="1">
                          <a:latin typeface="Cambria Math" panose="02040503050406030204" pitchFamily="18" charset="0"/>
                        </a:rPr>
                        <m:t>⋅</m:t>
                      </m:r>
                      <m:sSub>
                        <m:sSubPr>
                          <m:ctrlPr>
                            <a:rPr lang="ar-AE" b="1" i="1">
                              <a:latin typeface="Cambria Math" panose="02040503050406030204" pitchFamily="18" charset="0"/>
                            </a:rPr>
                          </m:ctrlPr>
                        </m:sSubPr>
                        <m:e>
                          <m:r>
                            <a:rPr lang="ar-AE" b="1">
                              <a:latin typeface="Cambria Math" panose="02040503050406030204" pitchFamily="18" charset="0"/>
                            </a:rPr>
                            <m:t>ℓ</m:t>
                          </m:r>
                        </m:e>
                        <m:sub>
                          <m:r>
                            <a:rPr lang="ar-AE" b="1" i="1">
                              <a:latin typeface="Cambria Math" panose="02040503050406030204" pitchFamily="18" charset="0"/>
                            </a:rPr>
                            <m:t>𝒙</m:t>
                          </m:r>
                        </m:sub>
                      </m:sSub>
                      <m:d>
                        <m:dPr>
                          <m:sepChr m:val=","/>
                          <m:ctrlPr>
                            <a:rPr lang="ar-AE" b="1" i="1">
                              <a:latin typeface="Cambria Math" panose="02040503050406030204" pitchFamily="18" charset="0"/>
                            </a:rPr>
                          </m:ctrlPr>
                        </m:dPr>
                        <m:e>
                          <m:sSub>
                            <m:sSubPr>
                              <m:ctrlPr>
                                <a:rPr lang="ar-AE" b="1" i="1">
                                  <a:latin typeface="Cambria Math" panose="02040503050406030204" pitchFamily="18" charset="0"/>
                                </a:rPr>
                              </m:ctrlPr>
                            </m:sSubPr>
                            <m:e>
                              <m:r>
                                <a:rPr lang="ar-AE" b="1" i="1">
                                  <a:latin typeface="Cambria Math" panose="02040503050406030204" pitchFamily="18" charset="0"/>
                                </a:rPr>
                                <m:t>𝑵</m:t>
                              </m:r>
                            </m:e>
                            <m:sub>
                              <m:r>
                                <a:rPr lang="ar-AE" b="1" i="1">
                                  <a:latin typeface="Cambria Math" panose="02040503050406030204" pitchFamily="18" charset="0"/>
                                </a:rPr>
                                <m:t>𝒕</m:t>
                              </m:r>
                            </m:sub>
                          </m:sSub>
                        </m:e>
                        <m:e>
                          <m:sSubSup>
                            <m:sSubSupPr>
                              <m:ctrlPr>
                                <a:rPr lang="ar-AE" b="1" i="1">
                                  <a:latin typeface="Cambria Math" panose="02040503050406030204" pitchFamily="18" charset="0"/>
                                </a:rPr>
                              </m:ctrlPr>
                            </m:sSubSupPr>
                            <m:e>
                              <m:r>
                                <a:rPr lang="ar-AE" b="1" i="1">
                                  <a:latin typeface="Cambria Math" panose="02040503050406030204" pitchFamily="18" charset="0"/>
                                </a:rPr>
                                <m:t>𝒖</m:t>
                              </m:r>
                            </m:e>
                            <m:sub>
                              <m:r>
                                <a:rPr lang="ar-AE" b="1" i="1">
                                  <a:latin typeface="Cambria Math" panose="02040503050406030204" pitchFamily="18" charset="0"/>
                                </a:rPr>
                                <m:t>𝒕</m:t>
                              </m:r>
                            </m:sub>
                            <m:sup>
                              <m:r>
                                <m:rPr>
                                  <m:nor/>
                                </m:rPr>
                                <a:rPr lang="en-CA" b="1" i="1"/>
                                <m:t>mit</m:t>
                              </m:r>
                            </m:sup>
                          </m:sSubSup>
                        </m:e>
                        <m:e>
                          <m:sSup>
                            <m:sSupPr>
                              <m:ctrlPr>
                                <a:rPr lang="ar-AE" b="1" i="1">
                                  <a:latin typeface="Cambria Math" panose="02040503050406030204" pitchFamily="18" charset="0"/>
                                </a:rPr>
                              </m:ctrlPr>
                            </m:sSupPr>
                            <m:e>
                              <m:r>
                                <a:rPr lang="ar-AE" b="1" i="1">
                                  <a:latin typeface="Cambria Math" panose="02040503050406030204" pitchFamily="18" charset="0"/>
                                </a:rPr>
                                <m:t>𝑯</m:t>
                              </m:r>
                            </m:e>
                            <m:sup>
                              <m:r>
                                <a:rPr lang="ar-AE" b="1" i="1">
                                  <a:latin typeface="Cambria Math" panose="02040503050406030204" pitchFamily="18" charset="0"/>
                                </a:rPr>
                                <m:t>𝒕</m:t>
                              </m:r>
                            </m:sup>
                          </m:sSup>
                        </m:e>
                      </m:d>
                      <m:r>
                        <a:rPr lang="ar-AE" b="1">
                          <a:latin typeface="Cambria Math" panose="02040503050406030204" pitchFamily="18" charset="0"/>
                        </a:rPr>
                        <m:t>⋅</m:t>
                      </m:r>
                      <m:sSub>
                        <m:sSubPr>
                          <m:ctrlPr>
                            <a:rPr lang="ar-AE" b="1" i="1">
                              <a:latin typeface="Cambria Math" panose="02040503050406030204" pitchFamily="18" charset="0"/>
                            </a:rPr>
                          </m:ctrlPr>
                        </m:sSubPr>
                        <m:e>
                          <m:r>
                            <a:rPr lang="ar-AE" b="1" i="1">
                              <a:latin typeface="Cambria Math" panose="02040503050406030204" pitchFamily="18" charset="0"/>
                            </a:rPr>
                            <m:t>𝜹</m:t>
                          </m:r>
                        </m:e>
                        <m:sub>
                          <m:r>
                            <a:rPr lang="ar-AE" b="1" i="1">
                              <a:latin typeface="Cambria Math" panose="02040503050406030204" pitchFamily="18" charset="0"/>
                            </a:rPr>
                            <m:t>𝒕</m:t>
                          </m:r>
                        </m:sub>
                      </m:sSub>
                      <m:r>
                        <a:rPr lang="ar-AE" b="1">
                          <a:latin typeface="Cambria Math" panose="02040503050406030204" pitchFamily="18" charset="0"/>
                        </a:rPr>
                        <m:t>, </m:t>
                      </m:r>
                      <m:r>
                        <a:rPr lang="ar-AE" b="1" i="1">
                          <a:latin typeface="Cambria Math" panose="02040503050406030204" pitchFamily="18" charset="0"/>
                        </a:rPr>
                        <m:t>𝒙</m:t>
                      </m:r>
                      <m:r>
                        <a:rPr lang="ar-AE" b="1">
                          <a:latin typeface="Cambria Math" panose="02040503050406030204" pitchFamily="18" charset="0"/>
                        </a:rPr>
                        <m:t>∈</m:t>
                      </m:r>
                      <m:d>
                        <m:dPr>
                          <m:begChr m:val="{"/>
                          <m:endChr m:val="}"/>
                          <m:sepChr m:val=","/>
                          <m:ctrlPr>
                            <a:rPr lang="ar-AE" b="1" i="1">
                              <a:latin typeface="Cambria Math" panose="02040503050406030204" pitchFamily="18" charset="0"/>
                            </a:rPr>
                          </m:ctrlPr>
                        </m:dPr>
                        <m:e>
                          <m:r>
                            <a:rPr lang="ar-AE" b="1" i="1">
                              <a:latin typeface="Cambria Math" panose="02040503050406030204" pitchFamily="18" charset="0"/>
                            </a:rPr>
                            <m:t>𝒋</m:t>
                          </m:r>
                        </m:e>
                        <m:e>
                          <m:r>
                            <a:rPr lang="ar-AE" b="1" i="1">
                              <a:latin typeface="Cambria Math" panose="02040503050406030204" pitchFamily="18" charset="0"/>
                            </a:rPr>
                            <m:t>𝒔</m:t>
                          </m:r>
                        </m:e>
                        <m:e>
                          <m:r>
                            <a:rPr lang="ar-AE" b="1" i="1">
                              <a:latin typeface="Cambria Math" panose="02040503050406030204" pitchFamily="18" charset="0"/>
                            </a:rPr>
                            <m:t>𝒂</m:t>
                          </m:r>
                        </m:e>
                      </m:d>
                    </m:oMath>
                  </m:oMathPara>
                </a14:m>
                <a:endParaRPr lang="ar-AE" b="1" dirty="0"/>
              </a:p>
              <a:p>
                <a:pPr algn="ctr"/>
                <a:r>
                  <a:rPr lang="en-CA" dirty="0"/>
                  <a:t>(Lead risk </a:t>
                </a:r>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ℓ</m:t>
                        </m:r>
                      </m:e>
                      <m:sub>
                        <m:r>
                          <a:rPr lang="ar-AE" i="1">
                            <a:latin typeface="Cambria Math" panose="02040503050406030204" pitchFamily="18" charset="0"/>
                          </a:rPr>
                          <m:t>𝑥</m:t>
                        </m:r>
                      </m:sub>
                    </m:sSub>
                  </m:oMath>
                </a14:m>
                <a:r>
                  <a:rPr lang="en-CA" dirty="0"/>
                  <a:t>decreases with mitigation and habitat quality.)</a:t>
                </a:r>
                <a:br>
                  <a:rPr lang="en-CA" dirty="0"/>
                </a:br>
                <a:r>
                  <a:rPr lang="en-US" dirty="0"/>
                  <a:t>Survival depends on age, lead exposure, mitigation effort, habitat quality, and disasters.</a:t>
                </a:r>
              </a:p>
              <a:p>
                <a:pPr algn="ctr"/>
                <a:endParaRPr lang="en-CA" dirty="0"/>
              </a:p>
              <a:p>
                <a:r>
                  <a:rPr lang="en-CA" b="1" dirty="0"/>
                  <a:t>(3) Reproduction (Habitat-Dependent)</a:t>
                </a:r>
              </a:p>
              <a:p>
                <a:pPr algn="ctr"/>
                <a14:m>
                  <m:oMathPara xmlns:m="http://schemas.openxmlformats.org/officeDocument/2006/math">
                    <m:oMathParaPr>
                      <m:jc m:val="centerGroup"/>
                    </m:oMathParaPr>
                    <m:oMath xmlns:m="http://schemas.openxmlformats.org/officeDocument/2006/math">
                      <m:sSup>
                        <m:sSupPr>
                          <m:ctrlPr>
                            <a:rPr lang="ar-AE" b="1" i="1">
                              <a:latin typeface="Cambria Math" panose="02040503050406030204" pitchFamily="18" charset="0"/>
                            </a:rPr>
                          </m:ctrlPr>
                        </m:sSupPr>
                        <m:e>
                          <m:r>
                            <a:rPr lang="ar-AE" b="1" i="1">
                              <a:latin typeface="Cambria Math" panose="02040503050406030204" pitchFamily="18" charset="0"/>
                            </a:rPr>
                            <m:t>𝑩</m:t>
                          </m:r>
                        </m:e>
                        <m:sup>
                          <m:r>
                            <a:rPr lang="ar-AE" b="1" i="1">
                              <a:latin typeface="Cambria Math" panose="02040503050406030204" pitchFamily="18" charset="0"/>
                            </a:rPr>
                            <m:t>𝒕</m:t>
                          </m:r>
                        </m:sup>
                      </m:sSup>
                      <m:r>
                        <a:rPr lang="ar-AE" b="1">
                          <a:latin typeface="Cambria Math" panose="02040503050406030204" pitchFamily="18" charset="0"/>
                        </a:rPr>
                        <m:t>=</m:t>
                      </m:r>
                      <m:sSub>
                        <m:sSubPr>
                          <m:ctrlPr>
                            <a:rPr lang="ar-AE" b="1" i="1">
                              <a:latin typeface="Cambria Math" panose="02040503050406030204" pitchFamily="18" charset="0"/>
                            </a:rPr>
                          </m:ctrlPr>
                        </m:sSubPr>
                        <m:e>
                          <m:r>
                            <a:rPr lang="ar-AE" b="1" i="1">
                              <a:latin typeface="Cambria Math" panose="02040503050406030204" pitchFamily="18" charset="0"/>
                            </a:rPr>
                            <m:t>𝒇</m:t>
                          </m:r>
                        </m:e>
                        <m:sub>
                          <m:r>
                            <m:rPr>
                              <m:nor/>
                            </m:rPr>
                            <a:rPr lang="en-CA" b="1" i="1"/>
                            <m:t>adult</m:t>
                          </m:r>
                        </m:sub>
                      </m:sSub>
                      <m:r>
                        <m:rPr>
                          <m:nor/>
                        </m:rPr>
                        <a:rPr lang="ar-AE" b="1" i="1"/>
                        <m:t> </m:t>
                      </m:r>
                      <m:sSubSup>
                        <m:sSubSupPr>
                          <m:ctrlPr>
                            <a:rPr lang="ar-AE" b="1" i="1">
                              <a:latin typeface="Cambria Math" panose="02040503050406030204" pitchFamily="18" charset="0"/>
                            </a:rPr>
                          </m:ctrlPr>
                        </m:sSubSupPr>
                        <m:e>
                          <m:r>
                            <a:rPr lang="ar-AE" b="1" i="1">
                              <a:latin typeface="Cambria Math" panose="02040503050406030204" pitchFamily="18" charset="0"/>
                            </a:rPr>
                            <m:t>𝑵</m:t>
                          </m:r>
                        </m:e>
                        <m:sub>
                          <m:r>
                            <a:rPr lang="ar-AE" b="1" i="1">
                              <a:latin typeface="Cambria Math" panose="02040503050406030204" pitchFamily="18" charset="0"/>
                            </a:rPr>
                            <m:t>𝒂</m:t>
                          </m:r>
                        </m:sub>
                        <m:sup>
                          <m:r>
                            <a:rPr lang="ar-AE" b="1" i="1">
                              <a:latin typeface="Cambria Math" panose="02040503050406030204" pitchFamily="18" charset="0"/>
                            </a:rPr>
                            <m:t>𝒕</m:t>
                          </m:r>
                        </m:sup>
                      </m:sSubSup>
                      <m:func>
                        <m:funcPr>
                          <m:ctrlPr>
                            <a:rPr lang="ar-AE" b="1" i="1">
                              <a:latin typeface="Cambria Math" panose="02040503050406030204" pitchFamily="18" charset="0"/>
                            </a:rPr>
                          </m:ctrlPr>
                        </m:funcPr>
                        <m:fName>
                          <m:r>
                            <a:rPr lang="en-CA" b="1" i="1">
                              <a:latin typeface="Cambria Math" panose="02040503050406030204" pitchFamily="18" charset="0"/>
                            </a:rPr>
                            <m:t>𝐞𝐱𝐩</m:t>
                          </m:r>
                        </m:fName>
                        <m:e>
                          <m:r>
                            <m:rPr>
                              <m:nor/>
                            </m:rPr>
                            <a:rPr lang="ar-AE" b="1" i="1"/>
                            <m:t> </m:t>
                          </m:r>
                          <m:r>
                            <m:rPr>
                              <m:nor/>
                            </m:rPr>
                            <a:rPr lang="ar-AE" b="1" i="1"/>
                            <m:t>⁣</m:t>
                          </m:r>
                        </m:e>
                      </m:func>
                      <m:r>
                        <a:rPr lang="ar-AE" b="1">
                          <a:latin typeface="Cambria Math" panose="02040503050406030204" pitchFamily="18" charset="0"/>
                        </a:rPr>
                        <m:t>(</m:t>
                      </m:r>
                      <m:sSub>
                        <m:sSubPr>
                          <m:ctrlPr>
                            <a:rPr lang="ar-AE" b="1" i="1">
                              <a:latin typeface="Cambria Math" panose="02040503050406030204" pitchFamily="18" charset="0"/>
                            </a:rPr>
                          </m:ctrlPr>
                        </m:sSubPr>
                        <m:e>
                          <m:r>
                            <a:rPr lang="ar-AE" b="1" i="1">
                              <a:latin typeface="Cambria Math" panose="02040503050406030204" pitchFamily="18" charset="0"/>
                            </a:rPr>
                            <m:t>𝜿</m:t>
                          </m:r>
                        </m:e>
                        <m:sub>
                          <m:r>
                            <m:rPr>
                              <m:nor/>
                            </m:rPr>
                            <a:rPr lang="en-CA" b="1" i="1"/>
                            <m:t>rep</m:t>
                          </m:r>
                        </m:sub>
                      </m:sSub>
                      <m:d>
                        <m:dPr>
                          <m:ctrlPr>
                            <a:rPr lang="ar-AE" b="1" i="1">
                              <a:latin typeface="Cambria Math" panose="02040503050406030204" pitchFamily="18" charset="0"/>
                            </a:rPr>
                          </m:ctrlPr>
                        </m:dPr>
                        <m:e>
                          <m:sSup>
                            <m:sSupPr>
                              <m:ctrlPr>
                                <a:rPr lang="ar-AE" b="1" i="1">
                                  <a:latin typeface="Cambria Math" panose="02040503050406030204" pitchFamily="18" charset="0"/>
                                </a:rPr>
                              </m:ctrlPr>
                            </m:sSupPr>
                            <m:e>
                              <m:r>
                                <a:rPr lang="ar-AE" b="1" i="1">
                                  <a:latin typeface="Cambria Math" panose="02040503050406030204" pitchFamily="18" charset="0"/>
                                </a:rPr>
                                <m:t>𝑯</m:t>
                              </m:r>
                            </m:e>
                            <m:sup>
                              <m:r>
                                <a:rPr lang="ar-AE" b="1" i="1">
                                  <a:latin typeface="Cambria Math" panose="02040503050406030204" pitchFamily="18" charset="0"/>
                                </a:rPr>
                                <m:t>𝒕</m:t>
                              </m:r>
                            </m:sup>
                          </m:sSup>
                          <m:r>
                            <a:rPr lang="ar-AE" b="1">
                              <a:latin typeface="Cambria Math" panose="02040503050406030204" pitchFamily="18" charset="0"/>
                            </a:rPr>
                            <m:t>−</m:t>
                          </m:r>
                          <m:r>
                            <a:rPr lang="ar-AE" b="1" i="1">
                              <a:latin typeface="Cambria Math" panose="02040503050406030204" pitchFamily="18" charset="0"/>
                            </a:rPr>
                            <m:t>𝟏</m:t>
                          </m:r>
                        </m:e>
                      </m:d>
                      <m:r>
                        <a:rPr lang="ar-AE" b="1">
                          <a:latin typeface="Cambria Math" panose="02040503050406030204" pitchFamily="18" charset="0"/>
                        </a:rPr>
                        <m:t>)</m:t>
                      </m:r>
                    </m:oMath>
                  </m:oMathPara>
                </a14:m>
                <a:br>
                  <a:rPr lang="ar-AE" dirty="0"/>
                </a:br>
                <a:r>
                  <a:rPr lang="en-US" dirty="0"/>
                  <a:t>Adult reproduction increases with habitat quality.</a:t>
                </a:r>
                <a:endParaRPr lang="ar-AE" dirty="0"/>
              </a:p>
              <a:p>
                <a:r>
                  <a:rPr lang="ar-AE" b="1" dirty="0"/>
                  <a:t>(4) </a:t>
                </a:r>
                <a:r>
                  <a:rPr lang="en-CA" b="1" dirty="0"/>
                  <a:t>Age Transition and Release</a:t>
                </a:r>
              </a:p>
              <a:p>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ar-AE" b="1" i="1">
                              <a:latin typeface="Cambria Math" panose="02040503050406030204" pitchFamily="18" charset="0"/>
                            </a:rPr>
                          </m:ctrlPr>
                        </m:mPr>
                        <m:mr>
                          <m:e>
                            <m:sSubSup>
                              <m:sSubSupPr>
                                <m:ctrlPr>
                                  <a:rPr lang="ar-AE" b="1" i="1">
                                    <a:latin typeface="Cambria Math" panose="02040503050406030204" pitchFamily="18" charset="0"/>
                                  </a:rPr>
                                </m:ctrlPr>
                              </m:sSubSupPr>
                              <m:e>
                                <m:r>
                                  <a:rPr lang="ar-AE" b="1" i="1">
                                    <a:latin typeface="Cambria Math" panose="02040503050406030204" pitchFamily="18" charset="0"/>
                                  </a:rPr>
                                  <m:t>𝑵</m:t>
                                </m:r>
                              </m:e>
                              <m:sub>
                                <m:r>
                                  <a:rPr lang="ar-AE" b="1" i="1">
                                    <a:latin typeface="Cambria Math" panose="02040503050406030204" pitchFamily="18" charset="0"/>
                                  </a:rPr>
                                  <m:t>𝒋</m:t>
                                </m:r>
                              </m:sub>
                              <m:sup>
                                <m:r>
                                  <a:rPr lang="ar-AE" b="1" i="1">
                                    <a:latin typeface="Cambria Math" panose="02040503050406030204" pitchFamily="18" charset="0"/>
                                  </a:rPr>
                                  <m:t>𝒕</m:t>
                                </m:r>
                                <m:r>
                                  <a:rPr lang="ar-AE" b="1">
                                    <a:latin typeface="Cambria Math" panose="02040503050406030204" pitchFamily="18" charset="0"/>
                                  </a:rPr>
                                  <m:t>+</m:t>
                                </m:r>
                                <m:r>
                                  <a:rPr lang="ar-AE" b="1" i="1">
                                    <a:latin typeface="Cambria Math" panose="02040503050406030204" pitchFamily="18" charset="0"/>
                                  </a:rPr>
                                  <m:t>𝟏</m:t>
                                </m:r>
                              </m:sup>
                            </m:sSubSup>
                          </m:e>
                          <m:e>
                            <m:r>
                              <a:rPr lang="ar-AE" b="1">
                                <a:latin typeface="Cambria Math" panose="02040503050406030204" pitchFamily="18" charset="0"/>
                              </a:rPr>
                              <m:t>=</m:t>
                            </m:r>
                            <m:sSup>
                              <m:sSupPr>
                                <m:ctrlPr>
                                  <a:rPr lang="ar-AE" b="1" i="1">
                                    <a:latin typeface="Cambria Math" panose="02040503050406030204" pitchFamily="18" charset="0"/>
                                  </a:rPr>
                                </m:ctrlPr>
                              </m:sSupPr>
                              <m:e>
                                <m:r>
                                  <a:rPr lang="ar-AE" b="1" i="1">
                                    <a:latin typeface="Cambria Math" panose="02040503050406030204" pitchFamily="18" charset="0"/>
                                  </a:rPr>
                                  <m:t>𝑩</m:t>
                                </m:r>
                              </m:e>
                              <m:sup>
                                <m:r>
                                  <a:rPr lang="ar-AE" b="1" i="1">
                                    <a:latin typeface="Cambria Math" panose="02040503050406030204" pitchFamily="18" charset="0"/>
                                  </a:rPr>
                                  <m:t>𝒕</m:t>
                                </m:r>
                              </m:sup>
                            </m:sSup>
                          </m:e>
                        </m:mr>
                        <m:mr>
                          <m:e>
                            <m:sSubSup>
                              <m:sSubSupPr>
                                <m:ctrlPr>
                                  <a:rPr lang="ar-AE" b="1" i="1">
                                    <a:latin typeface="Cambria Math" panose="02040503050406030204" pitchFamily="18" charset="0"/>
                                  </a:rPr>
                                </m:ctrlPr>
                              </m:sSubSupPr>
                              <m:e>
                                <m:r>
                                  <a:rPr lang="ar-AE" b="1" i="1">
                                    <a:latin typeface="Cambria Math" panose="02040503050406030204" pitchFamily="18" charset="0"/>
                                  </a:rPr>
                                  <m:t>𝑵</m:t>
                                </m:r>
                              </m:e>
                              <m:sub>
                                <m:r>
                                  <a:rPr lang="ar-AE" b="1" i="1">
                                    <a:latin typeface="Cambria Math" panose="02040503050406030204" pitchFamily="18" charset="0"/>
                                  </a:rPr>
                                  <m:t>𝒔</m:t>
                                </m:r>
                              </m:sub>
                              <m:sup>
                                <m:r>
                                  <a:rPr lang="ar-AE" b="1" i="1">
                                    <a:latin typeface="Cambria Math" panose="02040503050406030204" pitchFamily="18" charset="0"/>
                                  </a:rPr>
                                  <m:t>𝒕</m:t>
                                </m:r>
                                <m:r>
                                  <a:rPr lang="ar-AE" b="1">
                                    <a:latin typeface="Cambria Math" panose="02040503050406030204" pitchFamily="18" charset="0"/>
                                  </a:rPr>
                                  <m:t>+</m:t>
                                </m:r>
                                <m:r>
                                  <a:rPr lang="ar-AE" b="1" i="1">
                                    <a:latin typeface="Cambria Math" panose="02040503050406030204" pitchFamily="18" charset="0"/>
                                  </a:rPr>
                                  <m:t>𝟏</m:t>
                                </m:r>
                              </m:sup>
                            </m:sSubSup>
                          </m:e>
                          <m:e>
                            <m:r>
                              <a:rPr lang="en-CA" b="1" i="1" smtClean="0">
                                <a:latin typeface="Cambria Math" panose="02040503050406030204" pitchFamily="18" charset="0"/>
                              </a:rPr>
                              <m:t> </m:t>
                            </m:r>
                            <m:r>
                              <a:rPr lang="ar-AE" b="1">
                                <a:latin typeface="Cambria Math" panose="02040503050406030204" pitchFamily="18" charset="0"/>
                              </a:rPr>
                              <m:t>=</m:t>
                            </m:r>
                            <m:sSubSup>
                              <m:sSubSupPr>
                                <m:ctrlPr>
                                  <a:rPr lang="ar-AE" b="1" i="1">
                                    <a:latin typeface="Cambria Math" panose="02040503050406030204" pitchFamily="18" charset="0"/>
                                  </a:rPr>
                                </m:ctrlPr>
                              </m:sSubSupPr>
                              <m:e>
                                <m:r>
                                  <a:rPr lang="ar-AE" b="1" i="1">
                                    <a:latin typeface="Cambria Math" panose="02040503050406030204" pitchFamily="18" charset="0"/>
                                  </a:rPr>
                                  <m:t>𝒔</m:t>
                                </m:r>
                              </m:e>
                              <m:sub>
                                <m:r>
                                  <a:rPr lang="ar-AE" b="1" i="1">
                                    <a:latin typeface="Cambria Math" panose="02040503050406030204" pitchFamily="18" charset="0"/>
                                  </a:rPr>
                                  <m:t>𝒋</m:t>
                                </m:r>
                              </m:sub>
                              <m:sup>
                                <m:r>
                                  <a:rPr lang="ar-AE" b="1" i="1">
                                    <a:latin typeface="Cambria Math" panose="02040503050406030204" pitchFamily="18" charset="0"/>
                                  </a:rPr>
                                  <m:t>𝒕</m:t>
                                </m:r>
                              </m:sup>
                            </m:sSubSup>
                            <m:sSubSup>
                              <m:sSubSupPr>
                                <m:ctrlPr>
                                  <a:rPr lang="ar-AE" b="1" i="1">
                                    <a:latin typeface="Cambria Math" panose="02040503050406030204" pitchFamily="18" charset="0"/>
                                  </a:rPr>
                                </m:ctrlPr>
                              </m:sSubSupPr>
                              <m:e>
                                <m:r>
                                  <a:rPr lang="ar-AE" b="1" i="1">
                                    <a:latin typeface="Cambria Math" panose="02040503050406030204" pitchFamily="18" charset="0"/>
                                  </a:rPr>
                                  <m:t>𝑵</m:t>
                                </m:r>
                              </m:e>
                              <m:sub>
                                <m:r>
                                  <a:rPr lang="ar-AE" b="1" i="1">
                                    <a:latin typeface="Cambria Math" panose="02040503050406030204" pitchFamily="18" charset="0"/>
                                  </a:rPr>
                                  <m:t>𝒋</m:t>
                                </m:r>
                              </m:sub>
                              <m:sup>
                                <m:r>
                                  <a:rPr lang="ar-AE" b="1" i="1">
                                    <a:latin typeface="Cambria Math" panose="02040503050406030204" pitchFamily="18" charset="0"/>
                                  </a:rPr>
                                  <m:t>𝒕</m:t>
                                </m:r>
                              </m:sup>
                            </m:sSubSup>
                            <m:r>
                              <a:rPr lang="ar-AE" b="1">
                                <a:latin typeface="Cambria Math" panose="02040503050406030204" pitchFamily="18" charset="0"/>
                              </a:rPr>
                              <m:t>+</m:t>
                            </m:r>
                            <m:sSubSup>
                              <m:sSubSupPr>
                                <m:ctrlPr>
                                  <a:rPr lang="ar-AE" b="1" i="1">
                                    <a:latin typeface="Cambria Math" panose="02040503050406030204" pitchFamily="18" charset="0"/>
                                  </a:rPr>
                                </m:ctrlPr>
                              </m:sSubSupPr>
                              <m:e>
                                <m:r>
                                  <a:rPr lang="ar-AE" b="1" i="1">
                                    <a:latin typeface="Cambria Math" panose="02040503050406030204" pitchFamily="18" charset="0"/>
                                  </a:rPr>
                                  <m:t>𝒔</m:t>
                                </m:r>
                              </m:e>
                              <m:sub>
                                <m:r>
                                  <m:rPr>
                                    <m:nor/>
                                  </m:rPr>
                                  <a:rPr lang="en-CA" b="1" i="1"/>
                                  <m:t>rel</m:t>
                                </m:r>
                              </m:sub>
                              <m:sup>
                                <m:r>
                                  <a:rPr lang="ar-AE" b="1" i="1">
                                    <a:latin typeface="Cambria Math" panose="02040503050406030204" pitchFamily="18" charset="0"/>
                                  </a:rPr>
                                  <m:t>𝒕</m:t>
                                </m:r>
                              </m:sup>
                            </m:sSubSup>
                            <m:r>
                              <m:rPr>
                                <m:nor/>
                              </m:rPr>
                              <a:rPr lang="ar-AE" b="1" i="1"/>
                              <m:t> </m:t>
                            </m:r>
                            <m:sSubSup>
                              <m:sSubSupPr>
                                <m:ctrlPr>
                                  <a:rPr lang="ar-AE" b="1" i="1">
                                    <a:latin typeface="Cambria Math" panose="02040503050406030204" pitchFamily="18" charset="0"/>
                                  </a:rPr>
                                </m:ctrlPr>
                              </m:sSubSupPr>
                              <m:e>
                                <m:r>
                                  <a:rPr lang="ar-AE" b="1" i="1">
                                    <a:latin typeface="Cambria Math" panose="02040503050406030204" pitchFamily="18" charset="0"/>
                                  </a:rPr>
                                  <m:t>𝒖</m:t>
                                </m:r>
                              </m:e>
                              <m:sub>
                                <m:r>
                                  <a:rPr lang="ar-AE" b="1" i="1">
                                    <a:latin typeface="Cambria Math" panose="02040503050406030204" pitchFamily="18" charset="0"/>
                                  </a:rPr>
                                  <m:t>𝒕</m:t>
                                </m:r>
                              </m:sub>
                              <m:sup>
                                <m:r>
                                  <m:rPr>
                                    <m:nor/>
                                  </m:rPr>
                                  <a:rPr lang="en-CA" b="1" i="1"/>
                                  <m:t>rel</m:t>
                                </m:r>
                              </m:sup>
                            </m:sSubSup>
                          </m:e>
                        </m:mr>
                        <m:mr>
                          <m:e>
                            <m:sSubSup>
                              <m:sSubSupPr>
                                <m:ctrlPr>
                                  <a:rPr lang="ar-AE" b="1" i="1">
                                    <a:latin typeface="Cambria Math" panose="02040503050406030204" pitchFamily="18" charset="0"/>
                                  </a:rPr>
                                </m:ctrlPr>
                              </m:sSubSupPr>
                              <m:e>
                                <m:r>
                                  <a:rPr lang="ar-AE" b="1" i="1">
                                    <a:latin typeface="Cambria Math" panose="02040503050406030204" pitchFamily="18" charset="0"/>
                                  </a:rPr>
                                  <m:t>𝑵</m:t>
                                </m:r>
                              </m:e>
                              <m:sub>
                                <m:r>
                                  <a:rPr lang="ar-AE" b="1" i="1">
                                    <a:latin typeface="Cambria Math" panose="02040503050406030204" pitchFamily="18" charset="0"/>
                                  </a:rPr>
                                  <m:t>𝒂</m:t>
                                </m:r>
                              </m:sub>
                              <m:sup>
                                <m:r>
                                  <a:rPr lang="ar-AE" b="1" i="1">
                                    <a:latin typeface="Cambria Math" panose="02040503050406030204" pitchFamily="18" charset="0"/>
                                  </a:rPr>
                                  <m:t>𝒕</m:t>
                                </m:r>
                                <m:r>
                                  <a:rPr lang="ar-AE" b="1">
                                    <a:latin typeface="Cambria Math" panose="02040503050406030204" pitchFamily="18" charset="0"/>
                                  </a:rPr>
                                  <m:t>+</m:t>
                                </m:r>
                                <m:r>
                                  <a:rPr lang="ar-AE" b="1" i="1">
                                    <a:latin typeface="Cambria Math" panose="02040503050406030204" pitchFamily="18" charset="0"/>
                                  </a:rPr>
                                  <m:t>𝟏</m:t>
                                </m:r>
                              </m:sup>
                            </m:sSubSup>
                          </m:e>
                          <m:e>
                            <m:r>
                              <a:rPr lang="ar-AE" b="1">
                                <a:latin typeface="Cambria Math" panose="02040503050406030204" pitchFamily="18" charset="0"/>
                              </a:rPr>
                              <m:t>=</m:t>
                            </m:r>
                            <m:sSubSup>
                              <m:sSubSupPr>
                                <m:ctrlPr>
                                  <a:rPr lang="ar-AE" b="1" i="1">
                                    <a:latin typeface="Cambria Math" panose="02040503050406030204" pitchFamily="18" charset="0"/>
                                  </a:rPr>
                                </m:ctrlPr>
                              </m:sSubSupPr>
                              <m:e>
                                <m:r>
                                  <a:rPr lang="ar-AE" b="1" i="1">
                                    <a:latin typeface="Cambria Math" panose="02040503050406030204" pitchFamily="18" charset="0"/>
                                  </a:rPr>
                                  <m:t>𝒔</m:t>
                                </m:r>
                              </m:e>
                              <m:sub>
                                <m:r>
                                  <a:rPr lang="ar-AE" b="1" i="1">
                                    <a:latin typeface="Cambria Math" panose="02040503050406030204" pitchFamily="18" charset="0"/>
                                  </a:rPr>
                                  <m:t>𝒔</m:t>
                                </m:r>
                              </m:sub>
                              <m:sup>
                                <m:r>
                                  <a:rPr lang="ar-AE" b="1" i="1">
                                    <a:latin typeface="Cambria Math" panose="02040503050406030204" pitchFamily="18" charset="0"/>
                                  </a:rPr>
                                  <m:t>𝒕</m:t>
                                </m:r>
                              </m:sup>
                            </m:sSubSup>
                            <m:sSubSup>
                              <m:sSubSupPr>
                                <m:ctrlPr>
                                  <a:rPr lang="ar-AE" b="1" i="1">
                                    <a:latin typeface="Cambria Math" panose="02040503050406030204" pitchFamily="18" charset="0"/>
                                  </a:rPr>
                                </m:ctrlPr>
                              </m:sSubSupPr>
                              <m:e>
                                <m:r>
                                  <a:rPr lang="ar-AE" b="1" i="1">
                                    <a:latin typeface="Cambria Math" panose="02040503050406030204" pitchFamily="18" charset="0"/>
                                  </a:rPr>
                                  <m:t>𝑵</m:t>
                                </m:r>
                              </m:e>
                              <m:sub>
                                <m:r>
                                  <a:rPr lang="ar-AE" b="1" i="1">
                                    <a:latin typeface="Cambria Math" panose="02040503050406030204" pitchFamily="18" charset="0"/>
                                  </a:rPr>
                                  <m:t>𝒔</m:t>
                                </m:r>
                              </m:sub>
                              <m:sup>
                                <m:r>
                                  <a:rPr lang="ar-AE" b="1" i="1">
                                    <a:latin typeface="Cambria Math" panose="02040503050406030204" pitchFamily="18" charset="0"/>
                                  </a:rPr>
                                  <m:t>𝒕</m:t>
                                </m:r>
                              </m:sup>
                            </m:sSubSup>
                            <m:r>
                              <a:rPr lang="ar-AE" b="1">
                                <a:latin typeface="Cambria Math" panose="02040503050406030204" pitchFamily="18" charset="0"/>
                              </a:rPr>
                              <m:t>+</m:t>
                            </m:r>
                            <m:sSubSup>
                              <m:sSubSupPr>
                                <m:ctrlPr>
                                  <a:rPr lang="ar-AE" b="1" i="1">
                                    <a:latin typeface="Cambria Math" panose="02040503050406030204" pitchFamily="18" charset="0"/>
                                  </a:rPr>
                                </m:ctrlPr>
                              </m:sSubSupPr>
                              <m:e>
                                <m:r>
                                  <a:rPr lang="ar-AE" b="1" i="1">
                                    <a:latin typeface="Cambria Math" panose="02040503050406030204" pitchFamily="18" charset="0"/>
                                  </a:rPr>
                                  <m:t>𝒔</m:t>
                                </m:r>
                              </m:e>
                              <m:sub>
                                <m:r>
                                  <a:rPr lang="ar-AE" b="1" i="1">
                                    <a:latin typeface="Cambria Math" panose="02040503050406030204" pitchFamily="18" charset="0"/>
                                  </a:rPr>
                                  <m:t>𝒂</m:t>
                                </m:r>
                              </m:sub>
                              <m:sup>
                                <m:r>
                                  <a:rPr lang="ar-AE" b="1" i="1">
                                    <a:latin typeface="Cambria Math" panose="02040503050406030204" pitchFamily="18" charset="0"/>
                                  </a:rPr>
                                  <m:t>𝒕</m:t>
                                </m:r>
                              </m:sup>
                            </m:sSubSup>
                            <m:sSubSup>
                              <m:sSubSupPr>
                                <m:ctrlPr>
                                  <a:rPr lang="ar-AE" b="1" i="1">
                                    <a:latin typeface="Cambria Math" panose="02040503050406030204" pitchFamily="18" charset="0"/>
                                  </a:rPr>
                                </m:ctrlPr>
                              </m:sSubSupPr>
                              <m:e>
                                <m:r>
                                  <a:rPr lang="ar-AE" b="1" i="1">
                                    <a:latin typeface="Cambria Math" panose="02040503050406030204" pitchFamily="18" charset="0"/>
                                  </a:rPr>
                                  <m:t>𝑵</m:t>
                                </m:r>
                              </m:e>
                              <m:sub>
                                <m:r>
                                  <a:rPr lang="ar-AE" b="1" i="1">
                                    <a:latin typeface="Cambria Math" panose="02040503050406030204" pitchFamily="18" charset="0"/>
                                  </a:rPr>
                                  <m:t>𝒂</m:t>
                                </m:r>
                              </m:sub>
                              <m:sup>
                                <m:r>
                                  <a:rPr lang="ar-AE" b="1" i="1">
                                    <a:latin typeface="Cambria Math" panose="02040503050406030204" pitchFamily="18" charset="0"/>
                                  </a:rPr>
                                  <m:t>𝒕</m:t>
                                </m:r>
                              </m:sup>
                            </m:sSubSup>
                          </m:e>
                        </m:mr>
                      </m:m>
                    </m:oMath>
                  </m:oMathPara>
                </a14:m>
                <a:endParaRPr lang="ar-AE" b="1" dirty="0"/>
              </a:p>
              <a:p>
                <a:pPr algn="ctr"/>
                <a:br>
                  <a:rPr lang="ar-AE" dirty="0"/>
                </a:br>
                <a:r>
                  <a:rPr lang="en-US" dirty="0"/>
                  <a:t>Surviving birds age forward, and released captive birds enter the subadult class.</a:t>
                </a:r>
                <a:endParaRPr lang="ar-AE" dirty="0"/>
              </a:p>
              <a:p>
                <a:r>
                  <a:rPr lang="ar-AE" b="1" dirty="0"/>
                  <a:t>(5) </a:t>
                </a:r>
                <a:r>
                  <a:rPr lang="en-CA" b="1" dirty="0"/>
                  <a:t>Captive Population (Logistic Growth)</a:t>
                </a:r>
              </a:p>
              <a:p>
                <a:pPr algn="ctr"/>
                <a14:m>
                  <m:oMathPara xmlns:m="http://schemas.openxmlformats.org/officeDocument/2006/math">
                    <m:oMathParaPr>
                      <m:jc m:val="centerGroup"/>
                    </m:oMathParaPr>
                    <m:oMath xmlns:m="http://schemas.openxmlformats.org/officeDocument/2006/math">
                      <m:sSup>
                        <m:sSupPr>
                          <m:ctrlPr>
                            <a:rPr lang="ar-AE" b="1" i="1">
                              <a:latin typeface="Cambria Math" panose="02040503050406030204" pitchFamily="18" charset="0"/>
                            </a:rPr>
                          </m:ctrlPr>
                        </m:sSupPr>
                        <m:e>
                          <m:r>
                            <a:rPr lang="ar-AE" b="1" i="1">
                              <a:latin typeface="Cambria Math" panose="02040503050406030204" pitchFamily="18" charset="0"/>
                            </a:rPr>
                            <m:t>𝑪</m:t>
                          </m:r>
                        </m:e>
                        <m:sup>
                          <m:r>
                            <a:rPr lang="ar-AE" b="1" i="1">
                              <a:latin typeface="Cambria Math" panose="02040503050406030204" pitchFamily="18" charset="0"/>
                            </a:rPr>
                            <m:t>𝒕</m:t>
                          </m:r>
                          <m:r>
                            <a:rPr lang="ar-AE" b="1">
                              <a:latin typeface="Cambria Math" panose="02040503050406030204" pitchFamily="18" charset="0"/>
                            </a:rPr>
                            <m:t>+</m:t>
                          </m:r>
                          <m:r>
                            <a:rPr lang="ar-AE" b="1" i="1">
                              <a:latin typeface="Cambria Math" panose="02040503050406030204" pitchFamily="18" charset="0"/>
                            </a:rPr>
                            <m:t>𝟏</m:t>
                          </m:r>
                        </m:sup>
                      </m:sSup>
                      <m:r>
                        <a:rPr lang="ar-AE" b="1">
                          <a:latin typeface="Cambria Math" panose="02040503050406030204" pitchFamily="18" charset="0"/>
                        </a:rPr>
                        <m:t>=</m:t>
                      </m:r>
                      <m:sSup>
                        <m:sSupPr>
                          <m:ctrlPr>
                            <a:rPr lang="ar-AE" b="1" i="1">
                              <a:latin typeface="Cambria Math" panose="02040503050406030204" pitchFamily="18" charset="0"/>
                            </a:rPr>
                          </m:ctrlPr>
                        </m:sSupPr>
                        <m:e>
                          <m:r>
                            <a:rPr lang="ar-AE" b="1" i="1">
                              <a:latin typeface="Cambria Math" panose="02040503050406030204" pitchFamily="18" charset="0"/>
                            </a:rPr>
                            <m:t>𝑪</m:t>
                          </m:r>
                        </m:e>
                        <m:sup>
                          <m:r>
                            <a:rPr lang="ar-AE" b="1" i="1">
                              <a:latin typeface="Cambria Math" panose="02040503050406030204" pitchFamily="18" charset="0"/>
                            </a:rPr>
                            <m:t>𝒕</m:t>
                          </m:r>
                        </m:sup>
                      </m:sSup>
                      <m:r>
                        <a:rPr lang="ar-AE" b="1">
                          <a:latin typeface="Cambria Math" panose="02040503050406030204" pitchFamily="18" charset="0"/>
                        </a:rPr>
                        <m:t>+</m:t>
                      </m:r>
                      <m:sSub>
                        <m:sSubPr>
                          <m:ctrlPr>
                            <a:rPr lang="ar-AE" b="1" i="1">
                              <a:latin typeface="Cambria Math" panose="02040503050406030204" pitchFamily="18" charset="0"/>
                            </a:rPr>
                          </m:ctrlPr>
                        </m:sSubPr>
                        <m:e>
                          <m:r>
                            <a:rPr lang="ar-AE" b="1" i="1">
                              <a:latin typeface="Cambria Math" panose="02040503050406030204" pitchFamily="18" charset="0"/>
                            </a:rPr>
                            <m:t>𝒓</m:t>
                          </m:r>
                        </m:e>
                        <m:sub>
                          <m:r>
                            <a:rPr lang="ar-AE" b="1" i="1">
                              <a:latin typeface="Cambria Math" panose="02040503050406030204" pitchFamily="18" charset="0"/>
                            </a:rPr>
                            <m:t>𝑪</m:t>
                          </m:r>
                        </m:sub>
                      </m:sSub>
                      <m:sSup>
                        <m:sSupPr>
                          <m:ctrlPr>
                            <a:rPr lang="ar-AE" b="1" i="1">
                              <a:latin typeface="Cambria Math" panose="02040503050406030204" pitchFamily="18" charset="0"/>
                            </a:rPr>
                          </m:ctrlPr>
                        </m:sSupPr>
                        <m:e>
                          <m:r>
                            <a:rPr lang="ar-AE" b="1" i="1">
                              <a:latin typeface="Cambria Math" panose="02040503050406030204" pitchFamily="18" charset="0"/>
                            </a:rPr>
                            <m:t>𝑪</m:t>
                          </m:r>
                        </m:e>
                        <m:sup>
                          <m:r>
                            <a:rPr lang="ar-AE" b="1" i="1">
                              <a:latin typeface="Cambria Math" panose="02040503050406030204" pitchFamily="18" charset="0"/>
                            </a:rPr>
                            <m:t>𝒕</m:t>
                          </m:r>
                        </m:sup>
                      </m:sSup>
                      <m:r>
                        <a:rPr lang="ar-AE" b="1">
                          <a:latin typeface="Cambria Math" panose="02040503050406030204" pitchFamily="18" charset="0"/>
                        </a:rPr>
                        <m:t>(</m:t>
                      </m:r>
                      <m:r>
                        <a:rPr lang="ar-AE" b="1" i="1">
                          <a:latin typeface="Cambria Math" panose="02040503050406030204" pitchFamily="18" charset="0"/>
                        </a:rPr>
                        <m:t>𝟏</m:t>
                      </m:r>
                      <m:r>
                        <a:rPr lang="ar-AE" b="1">
                          <a:latin typeface="Cambria Math" panose="02040503050406030204" pitchFamily="18" charset="0"/>
                        </a:rPr>
                        <m:t>−</m:t>
                      </m:r>
                      <m:f>
                        <m:fPr>
                          <m:ctrlPr>
                            <a:rPr lang="ar-AE" b="1" i="1">
                              <a:latin typeface="Cambria Math" panose="02040503050406030204" pitchFamily="18" charset="0"/>
                            </a:rPr>
                          </m:ctrlPr>
                        </m:fPr>
                        <m:num>
                          <m:sSup>
                            <m:sSupPr>
                              <m:ctrlPr>
                                <a:rPr lang="ar-AE" b="1" i="1">
                                  <a:latin typeface="Cambria Math" panose="02040503050406030204" pitchFamily="18" charset="0"/>
                                </a:rPr>
                              </m:ctrlPr>
                            </m:sSupPr>
                            <m:e>
                              <m:r>
                                <a:rPr lang="ar-AE" b="1" i="1">
                                  <a:latin typeface="Cambria Math" panose="02040503050406030204" pitchFamily="18" charset="0"/>
                                </a:rPr>
                                <m:t>𝑪</m:t>
                              </m:r>
                            </m:e>
                            <m:sup>
                              <m:r>
                                <a:rPr lang="ar-AE" b="1" i="1">
                                  <a:latin typeface="Cambria Math" panose="02040503050406030204" pitchFamily="18" charset="0"/>
                                </a:rPr>
                                <m:t>𝒕</m:t>
                              </m:r>
                            </m:sup>
                          </m:sSup>
                        </m:num>
                        <m:den>
                          <m:sSub>
                            <m:sSubPr>
                              <m:ctrlPr>
                                <a:rPr lang="ar-AE" b="1" i="1">
                                  <a:latin typeface="Cambria Math" panose="02040503050406030204" pitchFamily="18" charset="0"/>
                                </a:rPr>
                              </m:ctrlPr>
                            </m:sSubPr>
                            <m:e>
                              <m:r>
                                <a:rPr lang="ar-AE" b="1" i="1">
                                  <a:latin typeface="Cambria Math" panose="02040503050406030204" pitchFamily="18" charset="0"/>
                                </a:rPr>
                                <m:t>𝑪</m:t>
                              </m:r>
                            </m:e>
                            <m:sub>
                              <m:r>
                                <a:rPr lang="en-CA" b="1" i="1">
                                  <a:latin typeface="Cambria Math" panose="02040503050406030204" pitchFamily="18" charset="0"/>
                                </a:rPr>
                                <m:t>𝐦𝐚𝐱</m:t>
                              </m:r>
                            </m:sub>
                          </m:sSub>
                        </m:den>
                      </m:f>
                      <m:r>
                        <a:rPr lang="ar-AE" b="1">
                          <a:latin typeface="Cambria Math" panose="02040503050406030204" pitchFamily="18" charset="0"/>
                        </a:rPr>
                        <m:t>)−</m:t>
                      </m:r>
                      <m:sSubSup>
                        <m:sSubSupPr>
                          <m:ctrlPr>
                            <a:rPr lang="ar-AE" b="1" i="1">
                              <a:latin typeface="Cambria Math" panose="02040503050406030204" pitchFamily="18" charset="0"/>
                            </a:rPr>
                          </m:ctrlPr>
                        </m:sSubSupPr>
                        <m:e>
                          <m:r>
                            <a:rPr lang="ar-AE" b="1" i="1">
                              <a:latin typeface="Cambria Math" panose="02040503050406030204" pitchFamily="18" charset="0"/>
                            </a:rPr>
                            <m:t>𝒖</m:t>
                          </m:r>
                        </m:e>
                        <m:sub>
                          <m:r>
                            <a:rPr lang="ar-AE" b="1" i="1">
                              <a:latin typeface="Cambria Math" panose="02040503050406030204" pitchFamily="18" charset="0"/>
                            </a:rPr>
                            <m:t>𝒕</m:t>
                          </m:r>
                        </m:sub>
                        <m:sup>
                          <m:r>
                            <m:rPr>
                              <m:nor/>
                            </m:rPr>
                            <a:rPr lang="en-CA" b="1" i="1"/>
                            <m:t>rel</m:t>
                          </m:r>
                        </m:sup>
                      </m:sSubSup>
                    </m:oMath>
                  </m:oMathPara>
                </a14:m>
                <a:br>
                  <a:rPr lang="ar-AE" dirty="0"/>
                </a:br>
                <a:r>
                  <a:rPr lang="en-US" dirty="0"/>
                  <a:t>Captive population follows logistic growth and supplies releases.</a:t>
                </a:r>
                <a:endParaRPr lang="ar-AE" dirty="0"/>
              </a:p>
              <a:p>
                <a:r>
                  <a:rPr lang="ar-AE" b="1" dirty="0"/>
                  <a:t>(6) </a:t>
                </a:r>
                <a:r>
                  <a:rPr lang="en-CA" b="1" dirty="0"/>
                  <a:t>Habitat Recovery and Management</a:t>
                </a:r>
              </a:p>
              <a:p>
                <a:pPr algn="ctr"/>
                <a14:m>
                  <m:oMathPara xmlns:m="http://schemas.openxmlformats.org/officeDocument/2006/math">
                    <m:oMathParaPr>
                      <m:jc m:val="centerGroup"/>
                    </m:oMathParaPr>
                    <m:oMath xmlns:m="http://schemas.openxmlformats.org/officeDocument/2006/math">
                      <m:sSup>
                        <m:sSupPr>
                          <m:ctrlPr>
                            <a:rPr lang="ar-AE" b="1" i="1">
                              <a:latin typeface="Cambria Math" panose="02040503050406030204" pitchFamily="18" charset="0"/>
                            </a:rPr>
                          </m:ctrlPr>
                        </m:sSupPr>
                        <m:e>
                          <m:r>
                            <a:rPr lang="ar-AE" b="1" i="1">
                              <a:latin typeface="Cambria Math" panose="02040503050406030204" pitchFamily="18" charset="0"/>
                            </a:rPr>
                            <m:t>𝑯</m:t>
                          </m:r>
                        </m:e>
                        <m:sup>
                          <m:r>
                            <a:rPr lang="ar-AE" b="1" i="1">
                              <a:latin typeface="Cambria Math" panose="02040503050406030204" pitchFamily="18" charset="0"/>
                            </a:rPr>
                            <m:t>𝒕</m:t>
                          </m:r>
                          <m:r>
                            <a:rPr lang="ar-AE" b="1">
                              <a:latin typeface="Cambria Math" panose="02040503050406030204" pitchFamily="18" charset="0"/>
                            </a:rPr>
                            <m:t>+</m:t>
                          </m:r>
                          <m:r>
                            <a:rPr lang="ar-AE" b="1" i="1">
                              <a:latin typeface="Cambria Math" panose="02040503050406030204" pitchFamily="18" charset="0"/>
                            </a:rPr>
                            <m:t>𝟏</m:t>
                          </m:r>
                        </m:sup>
                      </m:sSup>
                      <m:r>
                        <a:rPr lang="ar-AE" b="1">
                          <a:latin typeface="Cambria Math" panose="02040503050406030204" pitchFamily="18" charset="0"/>
                        </a:rPr>
                        <m:t>=</m:t>
                      </m:r>
                      <m:sSup>
                        <m:sSupPr>
                          <m:ctrlPr>
                            <a:rPr lang="ar-AE" b="1" i="1">
                              <a:latin typeface="Cambria Math" panose="02040503050406030204" pitchFamily="18" charset="0"/>
                            </a:rPr>
                          </m:ctrlPr>
                        </m:sSupPr>
                        <m:e>
                          <m:r>
                            <a:rPr lang="ar-AE" b="1" i="1">
                              <a:latin typeface="Cambria Math" panose="02040503050406030204" pitchFamily="18" charset="0"/>
                            </a:rPr>
                            <m:t>𝑯</m:t>
                          </m:r>
                        </m:e>
                        <m:sup>
                          <m:r>
                            <a:rPr lang="ar-AE" b="1" i="1">
                              <a:latin typeface="Cambria Math" panose="02040503050406030204" pitchFamily="18" charset="0"/>
                            </a:rPr>
                            <m:t>𝒕</m:t>
                          </m:r>
                        </m:sup>
                      </m:sSup>
                      <m:r>
                        <a:rPr lang="ar-AE" b="1">
                          <a:latin typeface="Cambria Math" panose="02040503050406030204" pitchFamily="18" charset="0"/>
                        </a:rPr>
                        <m:t>+</m:t>
                      </m:r>
                      <m:r>
                        <a:rPr lang="ar-AE" b="1" i="1">
                          <a:latin typeface="Cambria Math" panose="02040503050406030204" pitchFamily="18" charset="0"/>
                        </a:rPr>
                        <m:t>𝜶</m:t>
                      </m:r>
                      <m:d>
                        <m:dPr>
                          <m:ctrlPr>
                            <a:rPr lang="ar-AE" b="1" i="1">
                              <a:latin typeface="Cambria Math" panose="02040503050406030204" pitchFamily="18" charset="0"/>
                            </a:rPr>
                          </m:ctrlPr>
                        </m:dPr>
                        <m:e>
                          <m:sSub>
                            <m:sSubPr>
                              <m:ctrlPr>
                                <a:rPr lang="ar-AE" b="1" i="1">
                                  <a:latin typeface="Cambria Math" panose="02040503050406030204" pitchFamily="18" charset="0"/>
                                </a:rPr>
                              </m:ctrlPr>
                            </m:sSubPr>
                            <m:e>
                              <m:r>
                                <a:rPr lang="ar-AE" b="1" i="1">
                                  <a:latin typeface="Cambria Math" panose="02040503050406030204" pitchFamily="18" charset="0"/>
                                </a:rPr>
                                <m:t>𝑯</m:t>
                              </m:r>
                            </m:e>
                            <m:sub>
                              <m:r>
                                <a:rPr lang="ar-AE" b="1" i="1">
                                  <a:latin typeface="Cambria Math" panose="02040503050406030204" pitchFamily="18" charset="0"/>
                                </a:rPr>
                                <m:t>𝟎</m:t>
                              </m:r>
                            </m:sub>
                          </m:sSub>
                          <m:r>
                            <a:rPr lang="ar-AE" b="1">
                              <a:latin typeface="Cambria Math" panose="02040503050406030204" pitchFamily="18" charset="0"/>
                            </a:rPr>
                            <m:t>−</m:t>
                          </m:r>
                          <m:sSup>
                            <m:sSupPr>
                              <m:ctrlPr>
                                <a:rPr lang="ar-AE" b="1" i="1">
                                  <a:latin typeface="Cambria Math" panose="02040503050406030204" pitchFamily="18" charset="0"/>
                                </a:rPr>
                              </m:ctrlPr>
                            </m:sSupPr>
                            <m:e>
                              <m:r>
                                <a:rPr lang="ar-AE" b="1" i="1">
                                  <a:latin typeface="Cambria Math" panose="02040503050406030204" pitchFamily="18" charset="0"/>
                                </a:rPr>
                                <m:t>𝑯</m:t>
                              </m:r>
                            </m:e>
                            <m:sup>
                              <m:r>
                                <a:rPr lang="ar-AE" b="1" i="1">
                                  <a:latin typeface="Cambria Math" panose="02040503050406030204" pitchFamily="18" charset="0"/>
                                </a:rPr>
                                <m:t>𝒕</m:t>
                              </m:r>
                            </m:sup>
                          </m:sSup>
                        </m:e>
                      </m:d>
                      <m:r>
                        <a:rPr lang="ar-AE" b="1">
                          <a:latin typeface="Cambria Math" panose="02040503050406030204" pitchFamily="18" charset="0"/>
                        </a:rPr>
                        <m:t>+</m:t>
                      </m:r>
                      <m:r>
                        <a:rPr lang="ar-AE" b="1" i="1">
                          <a:latin typeface="Cambria Math" panose="02040503050406030204" pitchFamily="18" charset="0"/>
                        </a:rPr>
                        <m:t>𝜷</m:t>
                      </m:r>
                      <m:sSubSup>
                        <m:sSubSupPr>
                          <m:ctrlPr>
                            <a:rPr lang="ar-AE" b="1" i="1">
                              <a:latin typeface="Cambria Math" panose="02040503050406030204" pitchFamily="18" charset="0"/>
                            </a:rPr>
                          </m:ctrlPr>
                        </m:sSubSupPr>
                        <m:e>
                          <m:r>
                            <a:rPr lang="ar-AE" b="1" i="1">
                              <a:latin typeface="Cambria Math" panose="02040503050406030204" pitchFamily="18" charset="0"/>
                            </a:rPr>
                            <m:t>𝒖</m:t>
                          </m:r>
                        </m:e>
                        <m:sub>
                          <m:r>
                            <a:rPr lang="ar-AE" b="1" i="1">
                              <a:latin typeface="Cambria Math" panose="02040503050406030204" pitchFamily="18" charset="0"/>
                            </a:rPr>
                            <m:t>𝒕</m:t>
                          </m:r>
                        </m:sub>
                        <m:sup>
                          <m:r>
                            <m:rPr>
                              <m:nor/>
                            </m:rPr>
                            <a:rPr lang="en-CA" b="1" i="1"/>
                            <m:t>mit</m:t>
                          </m:r>
                        </m:sup>
                      </m:sSubSup>
                      <m:r>
                        <a:rPr lang="ar-AE" b="1">
                          <a:latin typeface="Cambria Math" panose="02040503050406030204" pitchFamily="18" charset="0"/>
                        </a:rPr>
                        <m:t>, </m:t>
                      </m:r>
                      <m:r>
                        <a:rPr lang="ar-AE" b="1" i="1">
                          <a:latin typeface="Cambria Math" panose="02040503050406030204" pitchFamily="18" charset="0"/>
                        </a:rPr>
                        <m:t>𝑯</m:t>
                      </m:r>
                      <m:r>
                        <a:rPr lang="ar-AE" b="1">
                          <a:latin typeface="Cambria Math" panose="02040503050406030204" pitchFamily="18" charset="0"/>
                        </a:rPr>
                        <m:t>∈</m:t>
                      </m:r>
                      <m:d>
                        <m:dPr>
                          <m:begChr m:val="["/>
                          <m:endChr m:val="]"/>
                          <m:sepChr m:val=","/>
                          <m:ctrlPr>
                            <a:rPr lang="ar-AE" b="1" i="1">
                              <a:latin typeface="Cambria Math" panose="02040503050406030204" pitchFamily="18" charset="0"/>
                            </a:rPr>
                          </m:ctrlPr>
                        </m:dPr>
                        <m:e>
                          <m:sSub>
                            <m:sSubPr>
                              <m:ctrlPr>
                                <a:rPr lang="ar-AE" b="1" i="1">
                                  <a:latin typeface="Cambria Math" panose="02040503050406030204" pitchFamily="18" charset="0"/>
                                </a:rPr>
                              </m:ctrlPr>
                            </m:sSubPr>
                            <m:e>
                              <m:r>
                                <a:rPr lang="ar-AE" b="1" i="1">
                                  <a:latin typeface="Cambria Math" panose="02040503050406030204" pitchFamily="18" charset="0"/>
                                </a:rPr>
                                <m:t>𝑯</m:t>
                              </m:r>
                            </m:e>
                            <m:sub>
                              <m:r>
                                <a:rPr lang="en-CA" b="1" i="1">
                                  <a:latin typeface="Cambria Math" panose="02040503050406030204" pitchFamily="18" charset="0"/>
                                </a:rPr>
                                <m:t>𝐦𝐢𝐧</m:t>
                              </m:r>
                            </m:sub>
                          </m:sSub>
                        </m:e>
                        <m:e>
                          <m:sSub>
                            <m:sSubPr>
                              <m:ctrlPr>
                                <a:rPr lang="ar-AE" b="1" i="1">
                                  <a:latin typeface="Cambria Math" panose="02040503050406030204" pitchFamily="18" charset="0"/>
                                </a:rPr>
                              </m:ctrlPr>
                            </m:sSubPr>
                            <m:e>
                              <m:r>
                                <a:rPr lang="ar-AE" b="1" i="1">
                                  <a:latin typeface="Cambria Math" panose="02040503050406030204" pitchFamily="18" charset="0"/>
                                </a:rPr>
                                <m:t>𝑯</m:t>
                              </m:r>
                            </m:e>
                            <m:sub>
                              <m:r>
                                <a:rPr lang="en-CA" b="1" i="1">
                                  <a:latin typeface="Cambria Math" panose="02040503050406030204" pitchFamily="18" charset="0"/>
                                </a:rPr>
                                <m:t>𝐦𝐚𝐱</m:t>
                              </m:r>
                            </m:sub>
                          </m:sSub>
                        </m:e>
                      </m:d>
                    </m:oMath>
                  </m:oMathPara>
                </a14:m>
                <a:br>
                  <a:rPr lang="ar-AE" dirty="0"/>
                </a:br>
                <a:r>
                  <a:rPr lang="en-US" dirty="0"/>
                  <a:t>Habitat naturally recovers and is improved by mitigation efforts.</a:t>
                </a:r>
                <a:endParaRPr lang="ar-AE" dirty="0"/>
              </a:p>
              <a:p>
                <a:r>
                  <a:rPr lang="en-US" dirty="0"/>
                  <a:t>Model parameters are calibrated using a combination of published ecological studies on California condors and historical population trajectories from the real recovery program (1980–2010), by matching survival, reproduction, and long-term population trends.</a:t>
                </a:r>
                <a:endParaRPr lang="en-CA" dirty="0"/>
              </a:p>
              <a:p>
                <a:endParaRPr lang="en-CA" dirty="0"/>
              </a:p>
              <a:p>
                <a:r>
                  <a:rPr lang="en-US" b="1" dirty="0"/>
                  <a:t>2.2 Management Actions and Objective</a:t>
                </a:r>
              </a:p>
              <a:p>
                <a:pPr algn="ctr"/>
                <a:r>
                  <a:rPr lang="en-CA" b="1" dirty="0"/>
                  <a:t>a = [release, mitigation]</a:t>
                </a:r>
                <a:endParaRPr lang="en-US" dirty="0"/>
              </a:p>
              <a:p>
                <a:r>
                  <a:rPr lang="en-US" b="1" dirty="0"/>
                  <a:t>Release</a:t>
                </a:r>
                <a:r>
                  <a:rPr lang="en-US" dirty="0"/>
                  <a:t>: number of captive-bred birds released annually</a:t>
                </a:r>
              </a:p>
              <a:p>
                <a:r>
                  <a:rPr lang="en-US" b="1" dirty="0"/>
                  <a:t>Mitigation</a:t>
                </a:r>
                <a:r>
                  <a:rPr lang="en-US" dirty="0"/>
                  <a:t>: continuous effort level reducing lead exposure risk</a:t>
                </a:r>
              </a:p>
              <a:p>
                <a:endParaRPr lang="en-US" dirty="0"/>
              </a:p>
              <a:p>
                <a:pPr/>
                <a14:m>
                  <m:oMathPara xmlns:m="http://schemas.openxmlformats.org/officeDocument/2006/math">
                    <m:oMathParaPr>
                      <m:jc m:val="centerGroup"/>
                    </m:oMathParaPr>
                    <m:oMath xmlns:m="http://schemas.openxmlformats.org/officeDocument/2006/math">
                      <m:sSubSup>
                        <m:sSubSupPr>
                          <m:ctrlPr>
                            <a:rPr lang="ar-AE" b="1" i="1">
                              <a:latin typeface="Cambria Math" panose="02040503050406030204" pitchFamily="18" charset="0"/>
                            </a:rPr>
                          </m:ctrlPr>
                        </m:sSubSupPr>
                        <m:e>
                          <m:r>
                            <a:rPr lang="ar-AE" b="1" i="1">
                              <a:latin typeface="Cambria Math" panose="02040503050406030204" pitchFamily="18" charset="0"/>
                            </a:rPr>
                            <m:t>𝑵</m:t>
                          </m:r>
                        </m:e>
                        <m:sub>
                          <m:r>
                            <m:rPr>
                              <m:nor/>
                            </m:rPr>
                            <a:rPr lang="en-CA" b="1" i="1"/>
                            <m:t>tot</m:t>
                          </m:r>
                        </m:sub>
                        <m:sup>
                          <m:r>
                            <a:rPr lang="ar-AE" b="1" i="1">
                              <a:latin typeface="Cambria Math" panose="02040503050406030204" pitchFamily="18" charset="0"/>
                            </a:rPr>
                            <m:t>𝒕</m:t>
                          </m:r>
                        </m:sup>
                      </m:sSubSup>
                      <m:r>
                        <a:rPr lang="ar-AE" b="1">
                          <a:latin typeface="Cambria Math" panose="02040503050406030204" pitchFamily="18" charset="0"/>
                        </a:rPr>
                        <m:t>=</m:t>
                      </m:r>
                      <m:sSubSup>
                        <m:sSubSupPr>
                          <m:ctrlPr>
                            <a:rPr lang="ar-AE" b="1" i="1">
                              <a:latin typeface="Cambria Math" panose="02040503050406030204" pitchFamily="18" charset="0"/>
                            </a:rPr>
                          </m:ctrlPr>
                        </m:sSubSupPr>
                        <m:e>
                          <m:r>
                            <a:rPr lang="ar-AE" b="1" i="1">
                              <a:latin typeface="Cambria Math" panose="02040503050406030204" pitchFamily="18" charset="0"/>
                            </a:rPr>
                            <m:t>𝑵</m:t>
                          </m:r>
                        </m:e>
                        <m:sub>
                          <m:r>
                            <a:rPr lang="ar-AE" b="1" i="1">
                              <a:latin typeface="Cambria Math" panose="02040503050406030204" pitchFamily="18" charset="0"/>
                            </a:rPr>
                            <m:t>𝒋</m:t>
                          </m:r>
                        </m:sub>
                        <m:sup>
                          <m:r>
                            <a:rPr lang="ar-AE" b="1" i="1">
                              <a:latin typeface="Cambria Math" panose="02040503050406030204" pitchFamily="18" charset="0"/>
                            </a:rPr>
                            <m:t>𝒕</m:t>
                          </m:r>
                        </m:sup>
                      </m:sSubSup>
                      <m:r>
                        <a:rPr lang="ar-AE" b="1">
                          <a:latin typeface="Cambria Math" panose="02040503050406030204" pitchFamily="18" charset="0"/>
                        </a:rPr>
                        <m:t>+</m:t>
                      </m:r>
                      <m:sSubSup>
                        <m:sSubSupPr>
                          <m:ctrlPr>
                            <a:rPr lang="ar-AE" b="1" i="1">
                              <a:latin typeface="Cambria Math" panose="02040503050406030204" pitchFamily="18" charset="0"/>
                            </a:rPr>
                          </m:ctrlPr>
                        </m:sSubSupPr>
                        <m:e>
                          <m:r>
                            <a:rPr lang="ar-AE" b="1" i="1">
                              <a:latin typeface="Cambria Math" panose="02040503050406030204" pitchFamily="18" charset="0"/>
                            </a:rPr>
                            <m:t>𝑵</m:t>
                          </m:r>
                        </m:e>
                        <m:sub>
                          <m:r>
                            <a:rPr lang="ar-AE" b="1" i="1">
                              <a:latin typeface="Cambria Math" panose="02040503050406030204" pitchFamily="18" charset="0"/>
                            </a:rPr>
                            <m:t>𝒔</m:t>
                          </m:r>
                        </m:sub>
                        <m:sup>
                          <m:r>
                            <a:rPr lang="ar-AE" b="1" i="1">
                              <a:latin typeface="Cambria Math" panose="02040503050406030204" pitchFamily="18" charset="0"/>
                            </a:rPr>
                            <m:t>𝒕</m:t>
                          </m:r>
                        </m:sup>
                      </m:sSubSup>
                      <m:r>
                        <a:rPr lang="ar-AE" b="1">
                          <a:latin typeface="Cambria Math" panose="02040503050406030204" pitchFamily="18" charset="0"/>
                        </a:rPr>
                        <m:t>+</m:t>
                      </m:r>
                      <m:sSubSup>
                        <m:sSubSupPr>
                          <m:ctrlPr>
                            <a:rPr lang="ar-AE" b="1" i="1">
                              <a:latin typeface="Cambria Math" panose="02040503050406030204" pitchFamily="18" charset="0"/>
                            </a:rPr>
                          </m:ctrlPr>
                        </m:sSubSupPr>
                        <m:e>
                          <m:r>
                            <a:rPr lang="ar-AE" b="1" i="1">
                              <a:latin typeface="Cambria Math" panose="02040503050406030204" pitchFamily="18" charset="0"/>
                            </a:rPr>
                            <m:t>𝑵</m:t>
                          </m:r>
                        </m:e>
                        <m:sub>
                          <m:r>
                            <a:rPr lang="ar-AE" b="1" i="1">
                              <a:latin typeface="Cambria Math" panose="02040503050406030204" pitchFamily="18" charset="0"/>
                            </a:rPr>
                            <m:t>𝒂</m:t>
                          </m:r>
                        </m:sub>
                        <m:sup>
                          <m:r>
                            <a:rPr lang="ar-AE" b="1" i="1">
                              <a:latin typeface="Cambria Math" panose="02040503050406030204" pitchFamily="18" charset="0"/>
                            </a:rPr>
                            <m:t>𝒕</m:t>
                          </m:r>
                        </m:sup>
                      </m:sSubSup>
                    </m:oMath>
                  </m:oMathPara>
                </a14:m>
                <a:endParaRPr lang="en-US" b="1" dirty="0"/>
              </a:p>
              <a:p>
                <a:r>
                  <a:rPr lang="en-US" b="1" dirty="0"/>
                  <a:t>The objective </a:t>
                </a:r>
                <a:r>
                  <a:rPr lang="en-US" dirty="0"/>
                  <a:t>is to maintain the total wild population within a target range while penalizing excessive intervention costs and disaster impacts. The reward function combines quadratic penalties for population deviation with linear intervention costs.</a:t>
                </a:r>
              </a:p>
              <a:p>
                <a:endParaRPr lang="en-US" dirty="0"/>
              </a:p>
              <a:p>
                <a:r>
                  <a:rPr lang="en-US" b="1" dirty="0"/>
                  <a:t>2.3 Baseline Simulations </a:t>
                </a:r>
                <a:r>
                  <a:rPr lang="en-CA" b="1" dirty="0"/>
                  <a:t>&amp; Sanity Checks</a:t>
                </a:r>
              </a:p>
              <a:p>
                <a:endParaRPr lang="en-US" b="1" dirty="0"/>
              </a:p>
              <a:p>
                <a:r>
                  <a:rPr lang="en-US" b="1" dirty="0"/>
                  <a:t>Baseline policies: </a:t>
                </a:r>
                <a:r>
                  <a:rPr lang="en-US" dirty="0"/>
                  <a:t>Zero-intervention, literature-inspired heuristics, and calibrated policy. </a:t>
                </a:r>
                <a:r>
                  <a:rPr lang="en-US" b="1" dirty="0"/>
                  <a:t>Purpose: </a:t>
                </a:r>
              </a:p>
              <a:p>
                <a:r>
                  <a:rPr lang="en-US" dirty="0"/>
                  <a:t>Verify that the environment behaves correctly under known conditions.</a:t>
                </a:r>
              </a:p>
              <a:p>
                <a:r>
                  <a:rPr lang="en-US" dirty="0"/>
                  <a:t>Establish reference points against which reinforcement learning policies could be evaluated.</a:t>
                </a:r>
              </a:p>
              <a:p>
                <a:r>
                  <a:rPr lang="en-US" b="1" dirty="0"/>
                  <a:t>Validation: </a:t>
                </a:r>
              </a:p>
              <a:p>
                <a:r>
                  <a:rPr lang="en-US" dirty="0"/>
                  <a:t>Zero-intervention policies lead to population collapse, confirming the need for active management. </a:t>
                </a:r>
              </a:p>
              <a:p>
                <a:r>
                  <a:rPr lang="en-US" dirty="0"/>
                  <a:t>Literature-based policies stabilize the population.</a:t>
                </a:r>
              </a:p>
              <a:p>
                <a:endParaRPr lang="en-US" dirty="0"/>
              </a:p>
              <a:p>
                <a:r>
                  <a:rPr lang="en-US" dirty="0"/>
                  <a:t>Baselines provide meaningful reference points for evaluating RL policies.</a:t>
                </a:r>
              </a:p>
              <a:p>
                <a:endParaRPr lang="en-US" dirty="0"/>
              </a:p>
              <a:p>
                <a:r>
                  <a:rPr lang="en-US" b="1" dirty="0"/>
                  <a:t>2.4 Model Predictive Control (MPC) Baseline.</a:t>
                </a:r>
              </a:p>
              <a:p>
                <a:r>
                  <a:rPr lang="en-US" dirty="0"/>
                  <a:t>MPC is used as a model-based baseline for comparison with RL.</a:t>
                </a:r>
              </a:p>
              <a:p>
                <a:r>
                  <a:rPr lang="en-US" dirty="0"/>
                  <a:t>Same Environment, Same Actions (Release and mitigation are chosen to minimize population deviation and intervention costs.)</a:t>
                </a:r>
              </a:p>
              <a:p>
                <a:endParaRPr lang="en-US" dirty="0"/>
              </a:p>
              <a:p>
                <a:r>
                  <a:rPr lang="en-US" dirty="0"/>
                  <a:t>Planning: At each step, MPC solves a short-horizon deterministic optimization problem.</a:t>
                </a:r>
              </a:p>
              <a:p>
                <a:r>
                  <a:rPr lang="en-US" dirty="0"/>
                  <a:t>Execution: Actions are applied in a receding-horizon manner and evaluated under stochastic dynamics.</a:t>
                </a:r>
              </a:p>
              <a:p>
                <a:endParaRPr lang="en-US" dirty="0"/>
              </a:p>
              <a:p>
                <a:r>
                  <a:rPr lang="en-US" dirty="0"/>
                  <a:t>MPC provides short-term stabilization, contrasting with RL’s long-term, cost-sensitive strategies.</a:t>
                </a:r>
                <a:endParaRPr dirty="0">
                  <a:latin typeface="Titillium Web"/>
                  <a:ea typeface="Titillium Web"/>
                  <a:cs typeface="Titillium Web"/>
                  <a:sym typeface="Titillium Web"/>
                </a:endParaRPr>
              </a:p>
            </p:txBody>
          </p:sp>
        </mc:Choice>
        <mc:Fallback xmlns="">
          <p:sp>
            <p:nvSpPr>
              <p:cNvPr id="92" name="Google Shape;92;p13"/>
              <p:cNvSpPr txBox="1">
                <a:spLocks noRot="1" noChangeAspect="1" noMove="1" noResize="1" noEditPoints="1" noAdjustHandles="1" noChangeArrowheads="1" noChangeShapeType="1" noTextEdit="1"/>
              </p:cNvSpPr>
              <p:nvPr/>
            </p:nvSpPr>
            <p:spPr>
              <a:xfrm>
                <a:off x="8458213" y="5049108"/>
                <a:ext cx="7404300" cy="17751274"/>
              </a:xfrm>
              <a:prstGeom prst="rect">
                <a:avLst/>
              </a:prstGeom>
              <a:blipFill>
                <a:blip r:embed="rId3"/>
                <a:stretch>
                  <a:fillRect l="-824" r="-741"/>
                </a:stretch>
              </a:blipFill>
              <a:ln>
                <a:noFill/>
              </a:ln>
            </p:spPr>
            <p:txBody>
              <a:bodyPr/>
              <a:lstStyle/>
              <a:p>
                <a:r>
                  <a:rPr lang="en-CA">
                    <a:noFill/>
                  </a:rPr>
                  <a:t> </a:t>
                </a:r>
              </a:p>
            </p:txBody>
          </p:sp>
        </mc:Fallback>
      </mc:AlternateContent>
      <p:sp>
        <p:nvSpPr>
          <p:cNvPr id="93" name="Google Shape;93;p13"/>
          <p:cNvSpPr txBox="1"/>
          <p:nvPr/>
        </p:nvSpPr>
        <p:spPr>
          <a:xfrm>
            <a:off x="16459200" y="9495675"/>
            <a:ext cx="7771542" cy="24000356"/>
          </a:xfrm>
          <a:prstGeom prst="rect">
            <a:avLst/>
          </a:prstGeom>
          <a:noFill/>
          <a:ln>
            <a:noFill/>
          </a:ln>
        </p:spPr>
        <p:txBody>
          <a:bodyPr spcFirstLastPara="1" wrap="square" lIns="60925" tIns="30450" rIns="60925" bIns="30450" anchor="t" anchorCtr="0">
            <a:spAutoFit/>
          </a:bodyPr>
          <a:lstStyle/>
          <a:p>
            <a:r>
              <a:rPr lang="en-US" sz="1600" dirty="0"/>
              <a:t>The results demonstrate that the RL-derived policy achieves stable long-term population dynamics under uncertainty, while avoiding excessive intervention. Across repeated simulations, the total wild population increases smoothly over time, with occasional sharp declines caused by stochastic disaster events. These declines typically occur on the order of once every few decades, consistent with the calibrated disaster model, and are followed by gradual recovery driven by intrinsic reproduction and habitat dynamics.</a:t>
            </a:r>
          </a:p>
          <a:p>
            <a:endParaRPr lang="en-US" sz="1600" dirty="0"/>
          </a:p>
          <a:p>
            <a:endParaRPr lang="en-US" sz="1600" dirty="0"/>
          </a:p>
          <a:p>
            <a:endParaRPr lang="en-US" sz="1600" dirty="0">
              <a:solidFill>
                <a:schemeClr val="dk1"/>
              </a:solidFill>
              <a:latin typeface="Titillium Web"/>
              <a:ea typeface="Titillium Web"/>
              <a:cs typeface="Titillium Web"/>
              <a:sym typeface="Titillium Web"/>
            </a:endParaRPr>
          </a:p>
          <a:p>
            <a:endParaRPr lang="en-US" sz="1600" dirty="0">
              <a:solidFill>
                <a:schemeClr val="dk1"/>
              </a:solidFill>
              <a:latin typeface="Titillium Web"/>
              <a:ea typeface="Titillium Web"/>
              <a:cs typeface="Titillium Web"/>
              <a:sym typeface="Titillium Web"/>
            </a:endParaRPr>
          </a:p>
          <a:p>
            <a:endParaRPr lang="en-US" sz="1600" dirty="0">
              <a:solidFill>
                <a:schemeClr val="dk1"/>
              </a:solidFill>
              <a:latin typeface="Titillium Web"/>
              <a:ea typeface="Titillium Web"/>
              <a:cs typeface="Titillium Web"/>
              <a:sym typeface="Titillium Web"/>
            </a:endParaRPr>
          </a:p>
          <a:p>
            <a:endParaRPr lang="en-US" sz="1600" dirty="0">
              <a:solidFill>
                <a:schemeClr val="dk1"/>
              </a:solidFill>
              <a:latin typeface="Titillium Web"/>
              <a:ea typeface="Titillium Web"/>
              <a:cs typeface="Titillium Web"/>
              <a:sym typeface="Titillium Web"/>
            </a:endParaRPr>
          </a:p>
          <a:p>
            <a:endParaRPr lang="en-US" sz="1600" dirty="0">
              <a:solidFill>
                <a:schemeClr val="dk1"/>
              </a:solidFill>
              <a:latin typeface="Titillium Web"/>
              <a:ea typeface="Titillium Web"/>
              <a:cs typeface="Titillium Web"/>
              <a:sym typeface="Titillium Web"/>
            </a:endParaRPr>
          </a:p>
          <a:p>
            <a:endParaRPr lang="en-US" sz="1600" dirty="0">
              <a:solidFill>
                <a:schemeClr val="dk1"/>
              </a:solidFill>
              <a:latin typeface="Titillium Web"/>
              <a:ea typeface="Titillium Web"/>
              <a:cs typeface="Titillium Web"/>
              <a:sym typeface="Titillium Web"/>
            </a:endParaRPr>
          </a:p>
          <a:p>
            <a:endParaRPr lang="en-US" sz="1600" dirty="0">
              <a:solidFill>
                <a:schemeClr val="dk1"/>
              </a:solidFill>
              <a:latin typeface="Titillium Web"/>
              <a:ea typeface="Titillium Web"/>
              <a:cs typeface="Titillium Web"/>
              <a:sym typeface="Titillium Web"/>
            </a:endParaRPr>
          </a:p>
          <a:p>
            <a:endParaRPr lang="en-US" sz="1600" dirty="0">
              <a:solidFill>
                <a:schemeClr val="dk1"/>
              </a:solidFill>
              <a:latin typeface="Titillium Web"/>
              <a:ea typeface="Titillium Web"/>
              <a:cs typeface="Titillium Web"/>
              <a:sym typeface="Titillium Web"/>
            </a:endParaRPr>
          </a:p>
          <a:p>
            <a:endParaRPr lang="en-US" sz="1600" dirty="0">
              <a:solidFill>
                <a:schemeClr val="dk1"/>
              </a:solidFill>
              <a:latin typeface="Titillium Web"/>
              <a:ea typeface="Titillium Web"/>
              <a:cs typeface="Titillium Web"/>
              <a:sym typeface="Titillium Web"/>
            </a:endParaRPr>
          </a:p>
          <a:p>
            <a:endParaRPr lang="en-US" sz="1600" dirty="0">
              <a:solidFill>
                <a:schemeClr val="dk1"/>
              </a:solidFill>
              <a:latin typeface="Titillium Web"/>
              <a:ea typeface="Titillium Web"/>
              <a:cs typeface="Titillium Web"/>
              <a:sym typeface="Titillium Web"/>
            </a:endParaRPr>
          </a:p>
          <a:p>
            <a:endParaRPr lang="en-US" sz="1600" dirty="0">
              <a:solidFill>
                <a:schemeClr val="dk1"/>
              </a:solidFill>
              <a:latin typeface="Titillium Web"/>
              <a:ea typeface="Titillium Web"/>
              <a:cs typeface="Titillium Web"/>
              <a:sym typeface="Titillium Web"/>
            </a:endParaRPr>
          </a:p>
          <a:p>
            <a:endParaRPr lang="en-US" sz="1600" dirty="0">
              <a:solidFill>
                <a:schemeClr val="dk1"/>
              </a:solidFill>
              <a:latin typeface="Titillium Web"/>
              <a:ea typeface="Titillium Web"/>
              <a:cs typeface="Titillium Web"/>
              <a:sym typeface="Titillium Web"/>
            </a:endParaRPr>
          </a:p>
          <a:p>
            <a:endParaRPr lang="en-US" sz="1600" dirty="0">
              <a:solidFill>
                <a:schemeClr val="dk1"/>
              </a:solidFill>
              <a:latin typeface="Titillium Web"/>
              <a:ea typeface="Titillium Web"/>
              <a:cs typeface="Titillium Web"/>
              <a:sym typeface="Titillium Web"/>
            </a:endParaRPr>
          </a:p>
          <a:p>
            <a:endParaRPr lang="en-US" sz="1600" dirty="0">
              <a:solidFill>
                <a:schemeClr val="dk1"/>
              </a:solidFill>
              <a:latin typeface="Titillium Web"/>
              <a:ea typeface="Titillium Web"/>
              <a:cs typeface="Titillium Web"/>
              <a:sym typeface="Titillium Web"/>
            </a:endParaRPr>
          </a:p>
          <a:p>
            <a:endParaRPr lang="en-US" sz="1600" dirty="0">
              <a:solidFill>
                <a:schemeClr val="dk1"/>
              </a:solidFill>
              <a:latin typeface="Titillium Web"/>
              <a:ea typeface="Titillium Web"/>
              <a:cs typeface="Titillium Web"/>
              <a:sym typeface="Titillium Web"/>
            </a:endParaRPr>
          </a:p>
          <a:p>
            <a:endParaRPr lang="en-US" sz="1600" dirty="0">
              <a:solidFill>
                <a:schemeClr val="dk1"/>
              </a:solidFill>
              <a:latin typeface="Titillium Web"/>
              <a:ea typeface="Titillium Web"/>
              <a:cs typeface="Titillium Web"/>
              <a:sym typeface="Titillium Web"/>
            </a:endParaRPr>
          </a:p>
          <a:p>
            <a:pPr algn="ctr"/>
            <a:endParaRPr lang="en-US" sz="1600" dirty="0">
              <a:solidFill>
                <a:schemeClr val="dk1"/>
              </a:solidFill>
              <a:latin typeface="Titillium Web"/>
              <a:ea typeface="Titillium Web"/>
              <a:cs typeface="Titillium Web"/>
              <a:sym typeface="Titillium Web"/>
            </a:endParaRPr>
          </a:p>
          <a:p>
            <a:pPr algn="ctr"/>
            <a:r>
              <a:rPr lang="en-US" sz="1600" dirty="0">
                <a:solidFill>
                  <a:schemeClr val="dk1"/>
                </a:solidFill>
                <a:latin typeface="Titillium Web"/>
                <a:ea typeface="Titillium Web"/>
                <a:cs typeface="Titillium Web"/>
                <a:sym typeface="Titillium Web"/>
              </a:rPr>
              <a:t>Figure 1</a:t>
            </a:r>
            <a:r>
              <a:rPr lang="en-US" sz="1600" dirty="0">
                <a:solidFill>
                  <a:schemeClr val="dk1"/>
                </a:solidFill>
                <a:latin typeface="Titillium Web"/>
                <a:sym typeface="Titillium Web"/>
              </a:rPr>
              <a:t> </a:t>
            </a:r>
            <a:endParaRPr lang="en-US" sz="1600" dirty="0">
              <a:solidFill>
                <a:schemeClr val="dk1"/>
              </a:solidFill>
              <a:latin typeface="Titillium Web"/>
              <a:ea typeface="Titillium Web"/>
              <a:cs typeface="Titillium Web"/>
              <a:sym typeface="Titillium Web"/>
            </a:endParaRPr>
          </a:p>
          <a:p>
            <a:pPr algn="just">
              <a:lnSpc>
                <a:spcPct val="110000"/>
              </a:lnSpc>
            </a:pPr>
            <a:r>
              <a:rPr lang="en-US" sz="1600" b="1" dirty="0">
                <a:solidFill>
                  <a:schemeClr val="dk1"/>
                </a:solidFill>
                <a:latin typeface="Titillium Web"/>
                <a:ea typeface="Titillium Web"/>
                <a:cs typeface="Titillium Web"/>
                <a:sym typeface="Titillium Web"/>
              </a:rPr>
              <a:t>Figure 1.</a:t>
            </a:r>
            <a:r>
              <a:rPr lang="en-US" sz="1600" dirty="0">
                <a:solidFill>
                  <a:schemeClr val="dk1"/>
                </a:solidFill>
                <a:latin typeface="Titillium Web"/>
                <a:ea typeface="Titillium Web"/>
                <a:cs typeface="Titillium Web"/>
                <a:sym typeface="Titillium Web"/>
              </a:rPr>
              <a:t> </a:t>
            </a:r>
            <a:r>
              <a:rPr lang="en-US" i="1" dirty="0">
                <a:solidFill>
                  <a:schemeClr val="dk1"/>
                </a:solidFill>
                <a:latin typeface="Titillium Web"/>
              </a:rPr>
              <a:t>In the calibrated environment, zero-intervention policies fail to sustain the wild population, while literature-based heuristics maintain higher population levels. The RL policy achieves long-term population stabilization and robustness under stochastic dynamics, with substantial outcome variability due to rare disaster </a:t>
            </a:r>
            <a:r>
              <a:rPr lang="en-US" i="1" dirty="0" err="1">
                <a:solidFill>
                  <a:schemeClr val="dk1"/>
                </a:solidFill>
                <a:latin typeface="Titillium Web"/>
              </a:rPr>
              <a:t>events.Shaded</a:t>
            </a:r>
            <a:r>
              <a:rPr lang="en-US" i="1" dirty="0">
                <a:solidFill>
                  <a:schemeClr val="dk1"/>
                </a:solidFill>
                <a:latin typeface="Titillium Web"/>
              </a:rPr>
              <a:t> region indicates stochastic outcome variability.</a:t>
            </a: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ctr">
              <a:lnSpc>
                <a:spcPct val="110000"/>
              </a:lnSpc>
            </a:pPr>
            <a:r>
              <a:rPr lang="en-US" sz="1600" dirty="0">
                <a:solidFill>
                  <a:schemeClr val="dk1"/>
                </a:solidFill>
                <a:latin typeface="Titillium Web"/>
                <a:ea typeface="Titillium Web"/>
                <a:cs typeface="Titillium Web"/>
                <a:sym typeface="Titillium Web"/>
              </a:rPr>
              <a:t> Figure 2</a:t>
            </a: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r>
              <a:rPr lang="en-US" sz="1600" b="1" dirty="0">
                <a:solidFill>
                  <a:schemeClr val="dk1"/>
                </a:solidFill>
                <a:latin typeface="Titillium Web"/>
                <a:ea typeface="Titillium Web"/>
                <a:cs typeface="Titillium Web"/>
                <a:sym typeface="Titillium Web"/>
              </a:rPr>
              <a:t>Figure 2.</a:t>
            </a:r>
            <a:r>
              <a:rPr lang="en-US" sz="1600" dirty="0">
                <a:solidFill>
                  <a:schemeClr val="dk1"/>
                </a:solidFill>
                <a:latin typeface="Titillium Web"/>
                <a:ea typeface="Titillium Web"/>
                <a:cs typeface="Titillium Web"/>
                <a:sym typeface="Titillium Web"/>
              </a:rPr>
              <a:t> </a:t>
            </a:r>
            <a:r>
              <a:rPr lang="en-US" i="1" dirty="0">
                <a:solidFill>
                  <a:schemeClr val="dk1"/>
                </a:solidFill>
                <a:latin typeface="Titillium Web"/>
              </a:rPr>
              <a:t>Policy heatmaps reveal a multi-modal and cost-sensitive strategy: interventions depend jointly on wild and captive population states, rather than increasing monotonically as population declines.</a:t>
            </a: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sz="1600" b="1" dirty="0">
              <a:solidFill>
                <a:schemeClr val="dk1"/>
              </a:solidFill>
              <a:latin typeface="Titillium Web"/>
              <a:ea typeface="Titillium Web"/>
              <a:cs typeface="Titillium Web"/>
              <a:sym typeface="Titillium Web"/>
            </a:endParaRPr>
          </a:p>
          <a:p>
            <a:pPr lvl="0" algn="just">
              <a:lnSpc>
                <a:spcPct val="110000"/>
              </a:lnSpc>
            </a:pPr>
            <a:endParaRPr lang="en-US" i="1" dirty="0">
              <a:solidFill>
                <a:schemeClr val="dk1"/>
              </a:solidFill>
              <a:latin typeface="Titillium Web"/>
              <a:sym typeface="Titillium Web"/>
            </a:endParaRPr>
          </a:p>
          <a:p>
            <a:pPr lvl="0" algn="just">
              <a:lnSpc>
                <a:spcPct val="110000"/>
              </a:lnSpc>
            </a:pPr>
            <a:endParaRPr i="1" dirty="0">
              <a:solidFill>
                <a:schemeClr val="dk1"/>
              </a:solidFill>
              <a:latin typeface="Titillium Web"/>
              <a:sym typeface="Titillium Web"/>
            </a:endParaRPr>
          </a:p>
          <a:p>
            <a:pPr marL="0" lvl="0" indent="0" algn="l" rtl="0">
              <a:lnSpc>
                <a:spcPct val="115000"/>
              </a:lnSpc>
              <a:spcBef>
                <a:spcPts val="1200"/>
              </a:spcBef>
              <a:spcAft>
                <a:spcPts val="0"/>
              </a:spcAft>
              <a:buNone/>
            </a:pPr>
            <a:endParaRPr sz="1600" dirty="0">
              <a:solidFill>
                <a:schemeClr val="dk1"/>
              </a:solidFill>
              <a:latin typeface="Titillium Web"/>
              <a:ea typeface="Titillium Web"/>
              <a:cs typeface="Titillium Web"/>
              <a:sym typeface="Titillium Web"/>
            </a:endParaRPr>
          </a:p>
          <a:p>
            <a:pPr marL="0" lvl="0" indent="0" algn="l" rtl="0">
              <a:lnSpc>
                <a:spcPct val="115000"/>
              </a:lnSpc>
              <a:spcBef>
                <a:spcPts val="1200"/>
              </a:spcBef>
              <a:spcAft>
                <a:spcPts val="0"/>
              </a:spcAft>
              <a:buNone/>
            </a:pPr>
            <a:endParaRPr sz="1600" dirty="0">
              <a:solidFill>
                <a:schemeClr val="dk1"/>
              </a:solidFill>
              <a:latin typeface="Titillium Web"/>
              <a:ea typeface="Titillium Web"/>
              <a:cs typeface="Titillium Web"/>
              <a:sym typeface="Titillium Web"/>
            </a:endParaRPr>
          </a:p>
          <a:p>
            <a:pPr marL="0" lvl="0" indent="0" algn="l" rtl="0">
              <a:lnSpc>
                <a:spcPct val="115000"/>
              </a:lnSpc>
              <a:spcBef>
                <a:spcPts val="1200"/>
              </a:spcBef>
              <a:spcAft>
                <a:spcPts val="0"/>
              </a:spcAft>
              <a:buNone/>
            </a:pPr>
            <a:endParaRPr sz="1600" dirty="0">
              <a:solidFill>
                <a:schemeClr val="dk1"/>
              </a:solidFill>
              <a:latin typeface="Titillium Web"/>
              <a:ea typeface="Titillium Web"/>
              <a:cs typeface="Titillium Web"/>
              <a:sym typeface="Titillium Web"/>
            </a:endParaRP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p:txBody>
      </p:sp>
      <p:sp>
        <p:nvSpPr>
          <p:cNvPr id="94" name="Google Shape;94;p13"/>
          <p:cNvSpPr txBox="1"/>
          <p:nvPr/>
        </p:nvSpPr>
        <p:spPr>
          <a:xfrm>
            <a:off x="24764833" y="16125183"/>
            <a:ext cx="7404300" cy="800158"/>
          </a:xfrm>
          <a:prstGeom prst="rect">
            <a:avLst/>
          </a:prstGeom>
          <a:noFill/>
          <a:ln>
            <a:noFill/>
          </a:ln>
        </p:spPr>
        <p:txBody>
          <a:bodyPr spcFirstLastPara="1" wrap="square" lIns="60925" tIns="30450" rIns="60925" bIns="30450" anchor="t" anchorCtr="0">
            <a:spAutoFit/>
          </a:bodyPr>
          <a:lstStyle/>
          <a:p>
            <a:pPr marL="285750" indent="-285750">
              <a:buFont typeface="Arial" panose="020B0604020202020204" pitchFamily="34" charset="0"/>
              <a:buChar char="•"/>
            </a:pPr>
            <a:r>
              <a:rPr lang="en-US" sz="1600" dirty="0">
                <a:solidFill>
                  <a:schemeClr val="dk1"/>
                </a:solidFill>
                <a:latin typeface="Titillium Web"/>
              </a:rPr>
              <a:t>Offline RL enables adaptive, long-term ecological management.</a:t>
            </a:r>
          </a:p>
          <a:p>
            <a:pPr marL="285750" indent="-285750">
              <a:buFont typeface="Arial" panose="020B0604020202020204" pitchFamily="34" charset="0"/>
              <a:buChar char="•"/>
            </a:pPr>
            <a:r>
              <a:rPr lang="en-US" sz="1600" dirty="0">
                <a:solidFill>
                  <a:schemeClr val="dk1"/>
                </a:solidFill>
                <a:latin typeface="Titillium Web"/>
              </a:rPr>
              <a:t>Learned policies are stable, cost-sensitive, and biologically plausible.</a:t>
            </a:r>
          </a:p>
          <a:p>
            <a:pPr marL="285750" indent="-285750">
              <a:buFont typeface="Arial" panose="020B0604020202020204" pitchFamily="34" charset="0"/>
              <a:buChar char="•"/>
            </a:pPr>
            <a:r>
              <a:rPr lang="en-US" sz="1600" dirty="0">
                <a:solidFill>
                  <a:schemeClr val="dk1"/>
                </a:solidFill>
                <a:latin typeface="Titillium Web"/>
              </a:rPr>
              <a:t>RL outperforms short-horizon MPC in exploiting long-term recovery</a:t>
            </a:r>
          </a:p>
        </p:txBody>
      </p:sp>
      <p:sp>
        <p:nvSpPr>
          <p:cNvPr id="95" name="Google Shape;95;p13"/>
          <p:cNvSpPr txBox="1"/>
          <p:nvPr/>
        </p:nvSpPr>
        <p:spPr>
          <a:xfrm>
            <a:off x="207054" y="17321619"/>
            <a:ext cx="7404300" cy="2194386"/>
          </a:xfrm>
          <a:prstGeom prst="rect">
            <a:avLst/>
          </a:prstGeom>
          <a:noFill/>
          <a:ln>
            <a:noFill/>
          </a:ln>
        </p:spPr>
        <p:txBody>
          <a:bodyPr spcFirstLastPara="1" wrap="square" lIns="60925" tIns="30450" rIns="60925" bIns="30450" anchor="t" anchorCtr="0">
            <a:spAutoFit/>
          </a:bodyPr>
          <a:lstStyle/>
          <a:p>
            <a:pPr marL="285750" marR="0" lvl="0" indent="-285750" algn="just" rtl="0">
              <a:lnSpc>
                <a:spcPct val="110000"/>
              </a:lnSpc>
              <a:spcBef>
                <a:spcPts val="0"/>
              </a:spcBef>
              <a:spcAft>
                <a:spcPts val="0"/>
              </a:spcAft>
              <a:buFont typeface="Arial" panose="020B0604020202020204" pitchFamily="34" charset="0"/>
              <a:buChar char="•"/>
            </a:pPr>
            <a:r>
              <a:rPr lang="en-US" sz="1800" dirty="0">
                <a:solidFill>
                  <a:schemeClr val="dk1"/>
                </a:solidFill>
                <a:latin typeface="Titillium Web"/>
                <a:sym typeface="Titillium Web"/>
              </a:rPr>
              <a:t>California condors remain critically endangered and depend on intensive human management.</a:t>
            </a:r>
          </a:p>
          <a:p>
            <a:pPr marL="285750" marR="0" lvl="0" indent="-285750" algn="just" rtl="0">
              <a:lnSpc>
                <a:spcPct val="110000"/>
              </a:lnSpc>
              <a:spcBef>
                <a:spcPts val="0"/>
              </a:spcBef>
              <a:spcAft>
                <a:spcPts val="0"/>
              </a:spcAft>
              <a:buFont typeface="Arial" panose="020B0604020202020204" pitchFamily="34" charset="0"/>
              <a:buChar char="•"/>
            </a:pPr>
            <a:r>
              <a:rPr lang="en-US" sz="1800" dirty="0">
                <a:solidFill>
                  <a:schemeClr val="dk1"/>
                </a:solidFill>
                <a:latin typeface="Titillium Web"/>
                <a:sym typeface="Titillium Web"/>
              </a:rPr>
              <a:t>Conservation decisions are long-term, nonlinear, and subject to environmental uncertainty.</a:t>
            </a:r>
          </a:p>
          <a:p>
            <a:pPr marL="285750" marR="0" lvl="0" indent="-285750" algn="just" rtl="0">
              <a:lnSpc>
                <a:spcPct val="110000"/>
              </a:lnSpc>
              <a:spcBef>
                <a:spcPts val="0"/>
              </a:spcBef>
              <a:spcAft>
                <a:spcPts val="0"/>
              </a:spcAft>
              <a:buFont typeface="Arial" panose="020B0604020202020204" pitchFamily="34" charset="0"/>
              <a:buChar char="•"/>
            </a:pPr>
            <a:r>
              <a:rPr lang="en-US" sz="1800" dirty="0">
                <a:solidFill>
                  <a:schemeClr val="dk1"/>
                </a:solidFill>
                <a:latin typeface="Titillium Web"/>
                <a:sym typeface="Titillium Web"/>
              </a:rPr>
              <a:t>Existing policies rely on fixed rules and expert judgment.</a:t>
            </a:r>
          </a:p>
          <a:p>
            <a:pPr marL="285750" marR="0" lvl="0" indent="-285750" algn="just" rtl="0">
              <a:lnSpc>
                <a:spcPct val="110000"/>
              </a:lnSpc>
              <a:spcBef>
                <a:spcPts val="0"/>
              </a:spcBef>
              <a:spcAft>
                <a:spcPts val="0"/>
              </a:spcAft>
              <a:buFont typeface="Arial" panose="020B0604020202020204" pitchFamily="34" charset="0"/>
              <a:buChar char="•"/>
            </a:pPr>
            <a:r>
              <a:rPr lang="en-US" sz="1800" dirty="0">
                <a:solidFill>
                  <a:schemeClr val="dk1"/>
                </a:solidFill>
                <a:latin typeface="Titillium Web"/>
                <a:sym typeface="Titillium Web"/>
              </a:rPr>
              <a:t>We apply offline reinforcement learning to learn adaptive, cost-efficient population management strategies.</a:t>
            </a:r>
          </a:p>
        </p:txBody>
      </p:sp>
      <p:sp>
        <p:nvSpPr>
          <p:cNvPr id="96" name="Google Shape;96;p13"/>
          <p:cNvSpPr txBox="1"/>
          <p:nvPr/>
        </p:nvSpPr>
        <p:spPr>
          <a:xfrm>
            <a:off x="24860233" y="17967400"/>
            <a:ext cx="7404300" cy="4124145"/>
          </a:xfrm>
          <a:prstGeom prst="rect">
            <a:avLst/>
          </a:prstGeom>
          <a:noFill/>
          <a:ln>
            <a:noFill/>
          </a:ln>
        </p:spPr>
        <p:txBody>
          <a:bodyPr spcFirstLastPara="1" wrap="square" lIns="60925" tIns="30450" rIns="60925" bIns="30450" anchor="t" anchorCtr="0">
            <a:spAutoFit/>
          </a:bodyPr>
          <a:lstStyle/>
          <a:p>
            <a:pPr>
              <a:lnSpc>
                <a:spcPct val="110000"/>
              </a:lnSpc>
            </a:pPr>
            <a:r>
              <a:rPr lang="en-US" dirty="0"/>
              <a:t>U.S. Fish &amp; Wildlife Service (</a:t>
            </a:r>
            <a:r>
              <a:rPr lang="en-CA" sz="1600" dirty="0">
                <a:solidFill>
                  <a:schemeClr val="dk1"/>
                </a:solidFill>
                <a:latin typeface="Titillium Web"/>
              </a:rPr>
              <a:t>https://www.fws.gov/)</a:t>
            </a:r>
          </a:p>
          <a:p>
            <a:pPr>
              <a:lnSpc>
                <a:spcPct val="110000"/>
              </a:lnSpc>
            </a:pPr>
            <a:endParaRPr lang="en-CA" sz="1600" dirty="0">
              <a:solidFill>
                <a:schemeClr val="dk1"/>
              </a:solidFill>
              <a:latin typeface="Titillium Web"/>
            </a:endParaRPr>
          </a:p>
          <a:p>
            <a:pPr>
              <a:lnSpc>
                <a:spcPct val="110000"/>
              </a:lnSpc>
            </a:pPr>
            <a:r>
              <a:rPr lang="en-CA" sz="1600" dirty="0">
                <a:solidFill>
                  <a:schemeClr val="dk1"/>
                </a:solidFill>
                <a:latin typeface="Titillium Web"/>
              </a:rPr>
              <a:t>Bruce G. </a:t>
            </a:r>
            <a:r>
              <a:rPr lang="en-CA" sz="1600" dirty="0" err="1">
                <a:solidFill>
                  <a:schemeClr val="dk1"/>
                </a:solidFill>
                <a:latin typeface="Titillium Web"/>
              </a:rPr>
              <a:t>Marcot</a:t>
            </a:r>
            <a:r>
              <a:rPr lang="en-CA" sz="1600" dirty="0">
                <a:solidFill>
                  <a:schemeClr val="dk1"/>
                </a:solidFill>
                <a:latin typeface="Titillium Web"/>
              </a:rPr>
              <a:t> , Nathan H. Schumaker , Jesse D'Elia  (2024). Response of California condor populations to reintroductions, reinforcements, and reductions in spent lead ammunition pollution</a:t>
            </a:r>
          </a:p>
          <a:p>
            <a:pPr>
              <a:lnSpc>
                <a:spcPct val="110000"/>
              </a:lnSpc>
            </a:pPr>
            <a:endParaRPr lang="en-CA" sz="1600" dirty="0">
              <a:solidFill>
                <a:schemeClr val="dk1"/>
              </a:solidFill>
              <a:latin typeface="Titillium Web"/>
            </a:endParaRPr>
          </a:p>
          <a:p>
            <a:pPr algn="just">
              <a:lnSpc>
                <a:spcPct val="110000"/>
              </a:lnSpc>
            </a:pPr>
            <a:r>
              <a:rPr lang="en-CA" sz="1600" dirty="0">
                <a:solidFill>
                  <a:schemeClr val="dk1"/>
                </a:solidFill>
                <a:latin typeface="Titillium Web"/>
              </a:rPr>
              <a:t>Victoria J. </a:t>
            </a:r>
            <a:r>
              <a:rPr lang="en-CA" sz="1600" dirty="0" err="1">
                <a:solidFill>
                  <a:schemeClr val="dk1"/>
                </a:solidFill>
                <a:latin typeface="Titillium Web"/>
              </a:rPr>
              <a:t>Bakker,Myra</a:t>
            </a:r>
            <a:r>
              <a:rPr lang="en-CA" sz="1600" dirty="0">
                <a:solidFill>
                  <a:schemeClr val="dk1"/>
                </a:solidFill>
                <a:latin typeface="Titillium Web"/>
              </a:rPr>
              <a:t> E. Finkelstein , Daniel F. Doak , Steve Kirkland , Joseph Brandt , Alacia Welch, Rachel Wolstenholme , Joe Burnett , Arianna Punzalan , Peter Sanzenbacher (2024) Practical models to guide the transition of California condors from a conservation-reliant to a self-sustaining species</a:t>
            </a:r>
            <a:br>
              <a:rPr lang="en-CA" sz="1600" dirty="0">
                <a:solidFill>
                  <a:schemeClr val="dk1"/>
                </a:solidFill>
                <a:latin typeface="Titillium Web"/>
              </a:rPr>
            </a:br>
            <a:endParaRPr lang="en-CA" sz="1600" dirty="0">
              <a:solidFill>
                <a:schemeClr val="dk1"/>
              </a:solidFill>
              <a:latin typeface="Titillium Web"/>
            </a:endParaRPr>
          </a:p>
          <a:p>
            <a:pPr algn="just">
              <a:lnSpc>
                <a:spcPct val="110000"/>
              </a:lnSpc>
            </a:pPr>
            <a:r>
              <a:rPr lang="en-CA" sz="1600" dirty="0">
                <a:solidFill>
                  <a:schemeClr val="dk1"/>
                </a:solidFill>
                <a:latin typeface="Titillium Web"/>
              </a:rPr>
              <a:t>Jesse D’Elia, Nathan H. Schumaker, Bruce G. </a:t>
            </a:r>
            <a:r>
              <a:rPr lang="en-CA" sz="1600" dirty="0" err="1">
                <a:solidFill>
                  <a:schemeClr val="dk1"/>
                </a:solidFill>
                <a:latin typeface="Titillium Web"/>
              </a:rPr>
              <a:t>Marcot</a:t>
            </a:r>
            <a:r>
              <a:rPr lang="en-CA" sz="1600" dirty="0">
                <a:solidFill>
                  <a:schemeClr val="dk1"/>
                </a:solidFill>
                <a:latin typeface="Titillium Web"/>
              </a:rPr>
              <a:t>, Thomas Miewald, Sydney Watkins &amp; Alan D. Yanahan （2022）Condors in space: an individual-based population model for California condor reintroduction planning</a:t>
            </a:r>
          </a:p>
          <a:p>
            <a:pPr marL="0" marR="0" lvl="0" indent="0" algn="just" rtl="0">
              <a:lnSpc>
                <a:spcPct val="110000"/>
              </a:lnSpc>
              <a:spcBef>
                <a:spcPts val="0"/>
              </a:spcBef>
              <a:spcAft>
                <a:spcPts val="0"/>
              </a:spcAft>
              <a:buNone/>
            </a:pPr>
            <a:endParaRPr sz="1600" dirty="0">
              <a:solidFill>
                <a:schemeClr val="dk1"/>
              </a:solidFill>
              <a:latin typeface="Titillium Web"/>
              <a:ea typeface="Titillium Web"/>
              <a:cs typeface="Titillium Web"/>
              <a:sym typeface="Titillium Web"/>
            </a:endParaRPr>
          </a:p>
        </p:txBody>
      </p:sp>
      <p:grpSp>
        <p:nvGrpSpPr>
          <p:cNvPr id="97" name="Google Shape;97;p13"/>
          <p:cNvGrpSpPr/>
          <p:nvPr/>
        </p:nvGrpSpPr>
        <p:grpSpPr>
          <a:xfrm>
            <a:off x="24860233" y="17293313"/>
            <a:ext cx="3617981" cy="461823"/>
            <a:chOff x="32576216" y="24123258"/>
            <a:chExt cx="5426700" cy="692700"/>
          </a:xfrm>
        </p:grpSpPr>
        <p:sp>
          <p:nvSpPr>
            <p:cNvPr id="98" name="Google Shape;98;p13"/>
            <p:cNvSpPr txBox="1"/>
            <p:nvPr/>
          </p:nvSpPr>
          <p:spPr>
            <a:xfrm>
              <a:off x="33033416" y="24123258"/>
              <a:ext cx="4969500" cy="692700"/>
            </a:xfrm>
            <a:prstGeom prst="rect">
              <a:avLst/>
            </a:prstGeom>
            <a:solidFill>
              <a:schemeClr val="lt1"/>
            </a:solidFill>
            <a:ln>
              <a:noFill/>
            </a:ln>
          </p:spPr>
          <p:txBody>
            <a:bodyPr spcFirstLastPara="1" wrap="square" lIns="182875" tIns="45700" rIns="182875" bIns="45700" anchor="t" anchorCtr="0">
              <a:spAutoFit/>
            </a:bodyPr>
            <a:lstStyle/>
            <a:p>
              <a:pPr marL="0" marR="0" lvl="0" indent="0" algn="l" rtl="0">
                <a:spcBef>
                  <a:spcPts val="0"/>
                </a:spcBef>
                <a:spcAft>
                  <a:spcPts val="0"/>
                </a:spcAft>
                <a:buNone/>
              </a:pPr>
              <a:r>
                <a:rPr lang="en-US" sz="2400" dirty="0">
                  <a:solidFill>
                    <a:srgbClr val="7F7F7F"/>
                  </a:solidFill>
                  <a:latin typeface="Amaranth"/>
                  <a:ea typeface="Amaranth"/>
                  <a:cs typeface="Amaranth"/>
                  <a:sym typeface="Amaranth"/>
                </a:rPr>
                <a:t>REFERENCES</a:t>
              </a:r>
              <a:r>
                <a:rPr lang="en-US" sz="2400" b="0" i="0" u="none" strike="noStrike" cap="none" dirty="0">
                  <a:solidFill>
                    <a:srgbClr val="7F7F7F"/>
                  </a:solidFill>
                  <a:latin typeface="Amaranth"/>
                  <a:ea typeface="Amaranth"/>
                  <a:cs typeface="Amaranth"/>
                  <a:sym typeface="Amaranth"/>
                </a:rPr>
                <a:t> </a:t>
              </a:r>
              <a:endParaRPr dirty="0"/>
            </a:p>
          </p:txBody>
        </p:sp>
        <p:sp>
          <p:nvSpPr>
            <p:cNvPr id="99" name="Google Shape;99;p13"/>
            <p:cNvSpPr/>
            <p:nvPr/>
          </p:nvSpPr>
          <p:spPr>
            <a:xfrm>
              <a:off x="32576216" y="24125186"/>
              <a:ext cx="457200" cy="646200"/>
            </a:xfrm>
            <a:prstGeom prst="rect">
              <a:avLst/>
            </a:prstGeom>
            <a:solidFill>
              <a:srgbClr val="7F7F7F"/>
            </a:solidFill>
            <a:ln>
              <a:noFill/>
            </a:ln>
          </p:spPr>
          <p:txBody>
            <a:bodyPr spcFirstLastPara="1" wrap="square" lIns="60950" tIns="30475" rIns="60950" bIns="30475" anchor="t" anchorCtr="0">
              <a:noAutofit/>
            </a:bodyPr>
            <a:lstStyle/>
            <a:p>
              <a:pPr marL="0" marR="0" lvl="0" indent="0" algn="l" rtl="0">
                <a:spcBef>
                  <a:spcPts val="0"/>
                </a:spcBef>
                <a:spcAft>
                  <a:spcPts val="0"/>
                </a:spcAft>
                <a:buNone/>
              </a:pPr>
              <a:endParaRPr sz="3000" b="0" i="0" u="none" strike="noStrike" cap="none">
                <a:solidFill>
                  <a:schemeClr val="dk1"/>
                </a:solidFill>
                <a:latin typeface="Arial"/>
                <a:ea typeface="Arial"/>
                <a:cs typeface="Arial"/>
                <a:sym typeface="Arial"/>
              </a:endParaRPr>
            </a:p>
          </p:txBody>
        </p:sp>
      </p:grpSp>
      <p:grpSp>
        <p:nvGrpSpPr>
          <p:cNvPr id="100" name="Google Shape;100;p13"/>
          <p:cNvGrpSpPr/>
          <p:nvPr/>
        </p:nvGrpSpPr>
        <p:grpSpPr>
          <a:xfrm>
            <a:off x="4813023" y="4488732"/>
            <a:ext cx="2126368" cy="461624"/>
            <a:chOff x="7745259" y="4983605"/>
            <a:chExt cx="3189393" cy="692401"/>
          </a:xfrm>
        </p:grpSpPr>
        <p:sp>
          <p:nvSpPr>
            <p:cNvPr id="101" name="Google Shape;101;p13"/>
            <p:cNvSpPr txBox="1"/>
            <p:nvPr/>
          </p:nvSpPr>
          <p:spPr>
            <a:xfrm>
              <a:off x="8358854" y="4983605"/>
              <a:ext cx="2575798" cy="692401"/>
            </a:xfrm>
            <a:prstGeom prst="rect">
              <a:avLst/>
            </a:prstGeom>
            <a:solidFill>
              <a:schemeClr val="lt1"/>
            </a:solidFill>
            <a:ln>
              <a:noFill/>
            </a:ln>
          </p:spPr>
          <p:txBody>
            <a:bodyPr spcFirstLastPara="1" wrap="square" lIns="182875" tIns="45700" rIns="182875" bIns="45700" anchor="t" anchorCtr="0">
              <a:spAutoFit/>
            </a:bodyPr>
            <a:lstStyle/>
            <a:p>
              <a:pPr marL="0" marR="0" lvl="0" indent="0" algn="l" rtl="0">
                <a:spcBef>
                  <a:spcPts val="0"/>
                </a:spcBef>
                <a:spcAft>
                  <a:spcPts val="0"/>
                </a:spcAft>
                <a:buNone/>
              </a:pPr>
              <a:r>
                <a:rPr lang="en-US" sz="2400" b="0" i="0" u="none" strike="noStrike" cap="none" dirty="0">
                  <a:solidFill>
                    <a:srgbClr val="6E4D99"/>
                  </a:solidFill>
                  <a:latin typeface="Amaranth"/>
                  <a:ea typeface="Amaranth"/>
                  <a:cs typeface="Amaranth"/>
                  <a:sym typeface="Amaranth"/>
                </a:rPr>
                <a:t>ABSTRACT</a:t>
              </a:r>
              <a:endParaRPr dirty="0"/>
            </a:p>
          </p:txBody>
        </p:sp>
        <p:sp>
          <p:nvSpPr>
            <p:cNvPr id="102" name="Google Shape;102;p13"/>
            <p:cNvSpPr/>
            <p:nvPr/>
          </p:nvSpPr>
          <p:spPr>
            <a:xfrm>
              <a:off x="7745259" y="4988454"/>
              <a:ext cx="457200" cy="646200"/>
            </a:xfrm>
            <a:prstGeom prst="rect">
              <a:avLst/>
            </a:prstGeom>
            <a:solidFill>
              <a:srgbClr val="6E4D99"/>
            </a:solidFill>
            <a:ln>
              <a:noFill/>
            </a:ln>
          </p:spPr>
          <p:txBody>
            <a:bodyPr spcFirstLastPara="1" wrap="square" lIns="60950" tIns="30475" rIns="60950" bIns="30475" anchor="t" anchorCtr="0">
              <a:noAutofit/>
            </a:bodyPr>
            <a:lstStyle/>
            <a:p>
              <a:pPr marL="0" marR="0" lvl="0" indent="0" algn="l" rtl="0">
                <a:spcBef>
                  <a:spcPts val="0"/>
                </a:spcBef>
                <a:spcAft>
                  <a:spcPts val="0"/>
                </a:spcAft>
                <a:buNone/>
              </a:pPr>
              <a:endParaRPr sz="3000" b="0" i="0" u="none" strike="noStrike" cap="none">
                <a:solidFill>
                  <a:schemeClr val="dk1"/>
                </a:solidFill>
                <a:latin typeface="Arial"/>
                <a:ea typeface="Arial"/>
                <a:cs typeface="Arial"/>
                <a:sym typeface="Arial"/>
              </a:endParaRPr>
            </a:p>
          </p:txBody>
        </p:sp>
      </p:grpSp>
      <p:grpSp>
        <p:nvGrpSpPr>
          <p:cNvPr id="106" name="Google Shape;106;p13"/>
          <p:cNvGrpSpPr/>
          <p:nvPr/>
        </p:nvGrpSpPr>
        <p:grpSpPr>
          <a:xfrm>
            <a:off x="16543775" y="8646888"/>
            <a:ext cx="2014670" cy="471400"/>
            <a:chOff x="21567762" y="15686197"/>
            <a:chExt cx="3021854" cy="707065"/>
          </a:xfrm>
        </p:grpSpPr>
        <p:sp>
          <p:nvSpPr>
            <p:cNvPr id="107" name="Google Shape;107;p13"/>
            <p:cNvSpPr txBox="1"/>
            <p:nvPr/>
          </p:nvSpPr>
          <p:spPr>
            <a:xfrm>
              <a:off x="21950516" y="15700562"/>
              <a:ext cx="2639100" cy="692700"/>
            </a:xfrm>
            <a:prstGeom prst="rect">
              <a:avLst/>
            </a:prstGeom>
            <a:solidFill>
              <a:schemeClr val="lt1"/>
            </a:solidFill>
            <a:ln>
              <a:noFill/>
            </a:ln>
          </p:spPr>
          <p:txBody>
            <a:bodyPr spcFirstLastPara="1" wrap="square" lIns="182875" tIns="45700" rIns="182875" bIns="45700" anchor="t" anchorCtr="0">
              <a:spAutoFit/>
            </a:bodyPr>
            <a:lstStyle/>
            <a:p>
              <a:pPr marL="0" marR="0" lvl="0" indent="0" algn="l" rtl="0">
                <a:spcBef>
                  <a:spcPts val="0"/>
                </a:spcBef>
                <a:spcAft>
                  <a:spcPts val="0"/>
                </a:spcAft>
                <a:buNone/>
              </a:pPr>
              <a:r>
                <a:rPr lang="en-US" sz="2400" b="0" i="0" u="none" strike="noStrike" cap="none" dirty="0">
                  <a:solidFill>
                    <a:srgbClr val="679955"/>
                  </a:solidFill>
                  <a:latin typeface="Amaranth"/>
                  <a:ea typeface="Amaranth"/>
                  <a:cs typeface="Amaranth"/>
                  <a:sym typeface="Amaranth"/>
                </a:rPr>
                <a:t>RESULTS</a:t>
              </a:r>
              <a:endParaRPr dirty="0"/>
            </a:p>
          </p:txBody>
        </p:sp>
        <p:sp>
          <p:nvSpPr>
            <p:cNvPr id="108" name="Google Shape;108;p13"/>
            <p:cNvSpPr/>
            <p:nvPr/>
          </p:nvSpPr>
          <p:spPr>
            <a:xfrm>
              <a:off x="21567762" y="15686197"/>
              <a:ext cx="457200" cy="646199"/>
            </a:xfrm>
            <a:prstGeom prst="rect">
              <a:avLst/>
            </a:prstGeom>
            <a:solidFill>
              <a:srgbClr val="679955"/>
            </a:solidFill>
            <a:ln>
              <a:noFill/>
            </a:ln>
          </p:spPr>
          <p:txBody>
            <a:bodyPr spcFirstLastPara="1" wrap="square" lIns="60950" tIns="30475" rIns="60950" bIns="30475" anchor="t" anchorCtr="0">
              <a:noAutofit/>
            </a:bodyPr>
            <a:lstStyle/>
            <a:p>
              <a:pPr marL="0" marR="0" lvl="0" indent="0" algn="l" rtl="0">
                <a:spcBef>
                  <a:spcPts val="0"/>
                </a:spcBef>
                <a:spcAft>
                  <a:spcPts val="0"/>
                </a:spcAft>
                <a:buNone/>
              </a:pPr>
              <a:endParaRPr sz="3000" b="0" i="0" u="none" strike="noStrike" cap="none">
                <a:solidFill>
                  <a:schemeClr val="dk1"/>
                </a:solidFill>
                <a:latin typeface="Arial"/>
                <a:ea typeface="Arial"/>
                <a:cs typeface="Arial"/>
                <a:sym typeface="Arial"/>
              </a:endParaRPr>
            </a:p>
          </p:txBody>
        </p:sp>
      </p:grpSp>
      <p:sp>
        <p:nvSpPr>
          <p:cNvPr id="109" name="Google Shape;109;p13"/>
          <p:cNvSpPr/>
          <p:nvPr/>
        </p:nvSpPr>
        <p:spPr>
          <a:xfrm>
            <a:off x="24890996" y="15478376"/>
            <a:ext cx="304800" cy="430800"/>
          </a:xfrm>
          <a:prstGeom prst="rect">
            <a:avLst/>
          </a:prstGeom>
          <a:solidFill>
            <a:srgbClr val="6E4D99"/>
          </a:solidFill>
          <a:ln>
            <a:noFill/>
          </a:ln>
        </p:spPr>
        <p:txBody>
          <a:bodyPr spcFirstLastPara="1" wrap="square" lIns="60950" tIns="30475" rIns="60950" bIns="30475" anchor="t" anchorCtr="0">
            <a:noAutofit/>
          </a:bodyPr>
          <a:lstStyle/>
          <a:p>
            <a:pPr marL="0" marR="0" lvl="0" indent="0" algn="l" rtl="0">
              <a:spcBef>
                <a:spcPts val="0"/>
              </a:spcBef>
              <a:spcAft>
                <a:spcPts val="0"/>
              </a:spcAft>
              <a:buNone/>
            </a:pPr>
            <a:endParaRPr sz="3000" b="0" i="0" u="none" strike="noStrike" cap="none">
              <a:solidFill>
                <a:schemeClr val="dk1"/>
              </a:solidFill>
              <a:latin typeface="Arial"/>
              <a:ea typeface="Arial"/>
              <a:cs typeface="Arial"/>
              <a:sym typeface="Arial"/>
            </a:endParaRPr>
          </a:p>
        </p:txBody>
      </p:sp>
      <p:grpSp>
        <p:nvGrpSpPr>
          <p:cNvPr id="110" name="Google Shape;110;p13"/>
          <p:cNvGrpSpPr/>
          <p:nvPr/>
        </p:nvGrpSpPr>
        <p:grpSpPr>
          <a:xfrm>
            <a:off x="596859" y="16645352"/>
            <a:ext cx="2686134" cy="461623"/>
            <a:chOff x="579191" y="23147652"/>
            <a:chExt cx="4029000" cy="692400"/>
          </a:xfrm>
        </p:grpSpPr>
        <p:sp>
          <p:nvSpPr>
            <p:cNvPr id="111" name="Google Shape;111;p13"/>
            <p:cNvSpPr txBox="1"/>
            <p:nvPr/>
          </p:nvSpPr>
          <p:spPr>
            <a:xfrm>
              <a:off x="1036391" y="23147652"/>
              <a:ext cx="3571800" cy="692400"/>
            </a:xfrm>
            <a:prstGeom prst="rect">
              <a:avLst/>
            </a:prstGeom>
            <a:solidFill>
              <a:schemeClr val="lt1"/>
            </a:solidFill>
            <a:ln>
              <a:noFill/>
            </a:ln>
          </p:spPr>
          <p:txBody>
            <a:bodyPr spcFirstLastPara="1" wrap="square" lIns="182875" tIns="45700" rIns="182875" bIns="45700" anchor="t" anchorCtr="0">
              <a:spAutoFit/>
            </a:bodyPr>
            <a:lstStyle/>
            <a:p>
              <a:pPr marL="0" marR="0" lvl="0" indent="0" algn="l" rtl="0">
                <a:spcBef>
                  <a:spcPts val="0"/>
                </a:spcBef>
                <a:spcAft>
                  <a:spcPts val="0"/>
                </a:spcAft>
                <a:buNone/>
              </a:pPr>
              <a:r>
                <a:rPr lang="en-US" sz="2400" b="0" i="0" u="none" strike="noStrike" cap="none" dirty="0">
                  <a:solidFill>
                    <a:srgbClr val="A33B3B"/>
                  </a:solidFill>
                  <a:latin typeface="Amaranth"/>
                  <a:ea typeface="Amaranth"/>
                  <a:cs typeface="Amaranth"/>
                  <a:sym typeface="Amaranth"/>
                </a:rPr>
                <a:t>INTRODUCTION</a:t>
              </a:r>
              <a:endParaRPr dirty="0"/>
            </a:p>
          </p:txBody>
        </p:sp>
        <p:sp>
          <p:nvSpPr>
            <p:cNvPr id="112" name="Google Shape;112;p13"/>
            <p:cNvSpPr/>
            <p:nvPr/>
          </p:nvSpPr>
          <p:spPr>
            <a:xfrm>
              <a:off x="579191" y="23170754"/>
              <a:ext cx="457200" cy="646199"/>
            </a:xfrm>
            <a:prstGeom prst="rect">
              <a:avLst/>
            </a:prstGeom>
            <a:solidFill>
              <a:srgbClr val="A33B3B"/>
            </a:solidFill>
            <a:ln>
              <a:noFill/>
            </a:ln>
          </p:spPr>
          <p:txBody>
            <a:bodyPr spcFirstLastPara="1" wrap="square" lIns="60950" tIns="30475" rIns="60950" bIns="30475" anchor="t" anchorCtr="0">
              <a:noAutofit/>
            </a:bodyPr>
            <a:lstStyle/>
            <a:p>
              <a:pPr marL="0" marR="0" lvl="0" indent="0" algn="l" rtl="0">
                <a:spcBef>
                  <a:spcPts val="0"/>
                </a:spcBef>
                <a:spcAft>
                  <a:spcPts val="0"/>
                </a:spcAft>
                <a:buNone/>
              </a:pPr>
              <a:endParaRPr sz="3000" b="0" i="0" u="none" strike="noStrike" cap="none">
                <a:solidFill>
                  <a:schemeClr val="dk1"/>
                </a:solidFill>
                <a:latin typeface="Arial"/>
                <a:ea typeface="Arial"/>
                <a:cs typeface="Arial"/>
                <a:sym typeface="Arial"/>
              </a:endParaRPr>
            </a:p>
          </p:txBody>
        </p:sp>
      </p:grpSp>
      <p:sp>
        <p:nvSpPr>
          <p:cNvPr id="135" name="Google Shape;135;p13"/>
          <p:cNvSpPr txBox="1"/>
          <p:nvPr/>
        </p:nvSpPr>
        <p:spPr>
          <a:xfrm>
            <a:off x="25195801" y="15462939"/>
            <a:ext cx="6309900" cy="461700"/>
          </a:xfrm>
          <a:prstGeom prst="rect">
            <a:avLst/>
          </a:prstGeom>
          <a:solidFill>
            <a:schemeClr val="lt1"/>
          </a:solidFill>
          <a:ln>
            <a:noFill/>
          </a:ln>
        </p:spPr>
        <p:txBody>
          <a:bodyPr spcFirstLastPara="1" wrap="square" lIns="182875" tIns="45700" rIns="182875" bIns="45700" anchor="t" anchorCtr="0">
            <a:spAutoFit/>
          </a:bodyPr>
          <a:lstStyle/>
          <a:p>
            <a:pPr marL="0" lvl="0" indent="0" algn="l" rtl="0">
              <a:spcBef>
                <a:spcPts val="0"/>
              </a:spcBef>
              <a:spcAft>
                <a:spcPts val="0"/>
              </a:spcAft>
              <a:buClr>
                <a:schemeClr val="dk1"/>
              </a:buClr>
              <a:buFont typeface="Arial"/>
              <a:buNone/>
            </a:pPr>
            <a:r>
              <a:rPr lang="en-US" sz="2400" dirty="0">
                <a:solidFill>
                  <a:srgbClr val="6E4D99"/>
                </a:solidFill>
                <a:latin typeface="Amaranth"/>
                <a:ea typeface="Amaranth"/>
                <a:cs typeface="Amaranth"/>
                <a:sym typeface="Amaranth"/>
              </a:rPr>
              <a:t>CONCLUSION</a:t>
            </a:r>
            <a:endParaRPr sz="2400" dirty="0"/>
          </a:p>
        </p:txBody>
      </p:sp>
      <p:cxnSp>
        <p:nvCxnSpPr>
          <p:cNvPr id="137" name="Google Shape;137;p13"/>
          <p:cNvCxnSpPr/>
          <p:nvPr/>
        </p:nvCxnSpPr>
        <p:spPr>
          <a:xfrm rot="10800000" flipH="1">
            <a:off x="471129" y="21158921"/>
            <a:ext cx="7358700" cy="15300"/>
          </a:xfrm>
          <a:prstGeom prst="straightConnector1">
            <a:avLst/>
          </a:prstGeom>
          <a:noFill/>
          <a:ln w="9525" cap="flat" cmpd="sng">
            <a:solidFill>
              <a:schemeClr val="dk2"/>
            </a:solidFill>
            <a:prstDash val="solid"/>
            <a:round/>
            <a:headEnd type="none" w="med" len="med"/>
            <a:tailEnd type="none" w="med" len="med"/>
          </a:ln>
        </p:spPr>
      </p:cxnSp>
      <p:sp>
        <p:nvSpPr>
          <p:cNvPr id="139" name="Google Shape;139;p13"/>
          <p:cNvSpPr txBox="1"/>
          <p:nvPr/>
        </p:nvSpPr>
        <p:spPr>
          <a:xfrm>
            <a:off x="16898225" y="9358125"/>
            <a:ext cx="7342800" cy="27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i="1" dirty="0">
              <a:solidFill>
                <a:schemeClr val="dk1"/>
              </a:solidFill>
              <a:latin typeface="Titillium Web"/>
              <a:ea typeface="Titillium Web"/>
              <a:cs typeface="Titillium Web"/>
              <a:sym typeface="Titillium Web"/>
            </a:endParaRPr>
          </a:p>
        </p:txBody>
      </p:sp>
      <p:sp>
        <p:nvSpPr>
          <p:cNvPr id="141" name="Google Shape;141;p13"/>
          <p:cNvSpPr txBox="1"/>
          <p:nvPr/>
        </p:nvSpPr>
        <p:spPr>
          <a:xfrm>
            <a:off x="16898225" y="17524225"/>
            <a:ext cx="7342800" cy="27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i="1" dirty="0">
              <a:solidFill>
                <a:schemeClr val="dk1"/>
              </a:solidFill>
              <a:latin typeface="Titillium Web"/>
              <a:ea typeface="Titillium Web"/>
              <a:cs typeface="Titillium Web"/>
              <a:sym typeface="Titillium Web"/>
            </a:endParaRPr>
          </a:p>
        </p:txBody>
      </p:sp>
      <p:sp>
        <p:nvSpPr>
          <p:cNvPr id="143" name="Google Shape;143;p13"/>
          <p:cNvSpPr txBox="1"/>
          <p:nvPr/>
        </p:nvSpPr>
        <p:spPr>
          <a:xfrm>
            <a:off x="24860233" y="10971551"/>
            <a:ext cx="7308900" cy="4370397"/>
          </a:xfrm>
          <a:prstGeom prst="rect">
            <a:avLst/>
          </a:prstGeom>
          <a:noFill/>
          <a:ln>
            <a:noFill/>
          </a:ln>
        </p:spPr>
        <p:txBody>
          <a:bodyPr spcFirstLastPara="1" wrap="square" lIns="91425" tIns="91425" rIns="91425" bIns="91425" anchor="t" anchorCtr="0">
            <a:spAutoFit/>
          </a:bodyPr>
          <a:lstStyle/>
          <a:p>
            <a:r>
              <a:rPr lang="en-US" sz="1600" b="1" dirty="0">
                <a:solidFill>
                  <a:schemeClr val="dk1"/>
                </a:solidFill>
                <a:latin typeface="Titillium Web"/>
              </a:rPr>
              <a:t>Weak state dependence is </a:t>
            </a:r>
            <a:r>
              <a:rPr lang="en-US" sz="1600" b="1" dirty="0" err="1">
                <a:solidFill>
                  <a:schemeClr val="dk1"/>
                </a:solidFill>
                <a:latin typeface="Titillium Web"/>
              </a:rPr>
              <a:t>expected:</a:t>
            </a:r>
            <a:r>
              <a:rPr lang="en-US" sz="1600" dirty="0" err="1">
                <a:solidFill>
                  <a:schemeClr val="dk1"/>
                </a:solidFill>
                <a:latin typeface="Titillium Web"/>
              </a:rPr>
              <a:t>High</a:t>
            </a:r>
            <a:r>
              <a:rPr lang="en-US" sz="1600" dirty="0">
                <a:solidFill>
                  <a:schemeClr val="dk1"/>
                </a:solidFill>
                <a:latin typeface="Titillium Web"/>
              </a:rPr>
              <a:t> baseline survival, reproduction, and habitat recovery place the system in a net-growth regime where aggressive intervention is rarely optimal.</a:t>
            </a:r>
          </a:p>
          <a:p>
            <a:endParaRPr lang="en-US" sz="1600" dirty="0">
              <a:solidFill>
                <a:schemeClr val="dk1"/>
              </a:solidFill>
              <a:latin typeface="Titillium Web"/>
            </a:endParaRPr>
          </a:p>
          <a:p>
            <a:r>
              <a:rPr lang="en-US" sz="1600" b="1" dirty="0">
                <a:solidFill>
                  <a:schemeClr val="dk1"/>
                </a:solidFill>
                <a:latin typeface="Titillium Web"/>
              </a:rPr>
              <a:t>Role of stochastic </a:t>
            </a:r>
            <a:r>
              <a:rPr lang="en-US" sz="1600" b="1" dirty="0" err="1">
                <a:solidFill>
                  <a:schemeClr val="dk1"/>
                </a:solidFill>
                <a:latin typeface="Titillium Web"/>
              </a:rPr>
              <a:t>disasters:</a:t>
            </a:r>
            <a:r>
              <a:rPr lang="en-US" sz="1600" dirty="0" err="1">
                <a:solidFill>
                  <a:schemeClr val="dk1"/>
                </a:solidFill>
                <a:latin typeface="Titillium Web"/>
              </a:rPr>
              <a:t>Rare</a:t>
            </a:r>
            <a:r>
              <a:rPr lang="en-US" sz="1600" dirty="0">
                <a:solidFill>
                  <a:schemeClr val="dk1"/>
                </a:solidFill>
                <a:latin typeface="Titillium Web"/>
              </a:rPr>
              <a:t>, uncontrollable disaster events dominate large population fluctuations, encouraging cost-efficient stabilization rather than reactive over-intervention.</a:t>
            </a:r>
          </a:p>
          <a:p>
            <a:endParaRPr lang="en-US" sz="1600" dirty="0">
              <a:solidFill>
                <a:schemeClr val="dk1"/>
              </a:solidFill>
              <a:latin typeface="Titillium Web"/>
            </a:endParaRPr>
          </a:p>
          <a:p>
            <a:r>
              <a:rPr lang="en-US" sz="1600" b="1" dirty="0">
                <a:solidFill>
                  <a:schemeClr val="dk1"/>
                </a:solidFill>
                <a:latin typeface="Titillium Web"/>
              </a:rPr>
              <a:t>Policy </a:t>
            </a:r>
            <a:r>
              <a:rPr lang="en-US" sz="1600" b="1" dirty="0" err="1">
                <a:solidFill>
                  <a:schemeClr val="dk1"/>
                </a:solidFill>
                <a:latin typeface="Titillium Web"/>
              </a:rPr>
              <a:t>structure:</a:t>
            </a:r>
            <a:r>
              <a:rPr lang="en-US" sz="1600" dirty="0" err="1">
                <a:solidFill>
                  <a:schemeClr val="dk1"/>
                </a:solidFill>
                <a:latin typeface="Titillium Web"/>
              </a:rPr>
              <a:t>The</a:t>
            </a:r>
            <a:r>
              <a:rPr lang="en-US" sz="1600" dirty="0">
                <a:solidFill>
                  <a:schemeClr val="dk1"/>
                </a:solidFill>
                <a:latin typeface="Titillium Web"/>
              </a:rPr>
              <a:t> learned policy exhibits multi-modal actions, reflecting trade-offs between intervention cost and marginal population benefit.</a:t>
            </a:r>
          </a:p>
          <a:p>
            <a:endParaRPr lang="en-US" sz="1600" dirty="0">
              <a:solidFill>
                <a:schemeClr val="dk1"/>
              </a:solidFill>
              <a:latin typeface="Titillium Web"/>
            </a:endParaRPr>
          </a:p>
          <a:p>
            <a:r>
              <a:rPr lang="en-US" sz="1600" b="1" dirty="0" err="1">
                <a:solidFill>
                  <a:schemeClr val="dk1"/>
                </a:solidFill>
                <a:latin typeface="Titillium Web"/>
              </a:rPr>
              <a:t>Limitations:</a:t>
            </a:r>
            <a:r>
              <a:rPr lang="en-US" sz="1600" dirty="0" err="1">
                <a:solidFill>
                  <a:schemeClr val="dk1"/>
                </a:solidFill>
                <a:latin typeface="Titillium Web"/>
              </a:rPr>
              <a:t>Simplified</a:t>
            </a:r>
            <a:r>
              <a:rPr lang="en-US" sz="1600" dirty="0">
                <a:solidFill>
                  <a:schemeClr val="dk1"/>
                </a:solidFill>
                <a:latin typeface="Titillium Web"/>
              </a:rPr>
              <a:t> lead exposure modeling, absence of spatial structure, and discontinuous policies induced by Random Forest approximation.</a:t>
            </a:r>
          </a:p>
          <a:p>
            <a:endParaRPr lang="en-US" sz="1600" dirty="0">
              <a:solidFill>
                <a:schemeClr val="dk1"/>
              </a:solidFill>
              <a:latin typeface="Titillium Web"/>
            </a:endParaRPr>
          </a:p>
          <a:p>
            <a:r>
              <a:rPr lang="en-US" sz="1600" b="1" dirty="0">
                <a:solidFill>
                  <a:schemeClr val="dk1"/>
                </a:solidFill>
                <a:latin typeface="Titillium Web"/>
              </a:rPr>
              <a:t>RL vs MPC:</a:t>
            </a:r>
            <a:r>
              <a:rPr lang="en-US" sz="1600" dirty="0">
                <a:solidFill>
                  <a:schemeClr val="dk1"/>
                </a:solidFill>
                <a:latin typeface="Titillium Web"/>
              </a:rPr>
              <a:t>MPC applies more frequent short-term interventions, while RL exploits long-term ecological recovery to learn cost-sensitive, temporally extended strategies.</a:t>
            </a:r>
          </a:p>
        </p:txBody>
      </p:sp>
      <p:grpSp>
        <p:nvGrpSpPr>
          <p:cNvPr id="144" name="Google Shape;144;p13"/>
          <p:cNvGrpSpPr/>
          <p:nvPr/>
        </p:nvGrpSpPr>
        <p:grpSpPr>
          <a:xfrm>
            <a:off x="24860233" y="10388936"/>
            <a:ext cx="4003725" cy="461624"/>
            <a:chOff x="21950516" y="7936247"/>
            <a:chExt cx="6005287" cy="692402"/>
          </a:xfrm>
        </p:grpSpPr>
        <p:sp>
          <p:nvSpPr>
            <p:cNvPr id="145" name="Google Shape;145;p13"/>
            <p:cNvSpPr txBox="1"/>
            <p:nvPr/>
          </p:nvSpPr>
          <p:spPr>
            <a:xfrm>
              <a:off x="22402803" y="7936247"/>
              <a:ext cx="5553000" cy="692402"/>
            </a:xfrm>
            <a:prstGeom prst="rect">
              <a:avLst/>
            </a:prstGeom>
            <a:solidFill>
              <a:schemeClr val="lt1"/>
            </a:solidFill>
            <a:ln>
              <a:noFill/>
            </a:ln>
          </p:spPr>
          <p:txBody>
            <a:bodyPr spcFirstLastPara="1" wrap="square" lIns="182875" tIns="45700" rIns="182875" bIns="45700" anchor="t" anchorCtr="0">
              <a:spAutoFit/>
            </a:bodyPr>
            <a:lstStyle/>
            <a:p>
              <a:pPr marL="0" marR="0" lvl="0" indent="0" algn="l" rtl="0">
                <a:spcBef>
                  <a:spcPts val="0"/>
                </a:spcBef>
                <a:spcAft>
                  <a:spcPts val="0"/>
                </a:spcAft>
                <a:buNone/>
              </a:pPr>
              <a:r>
                <a:rPr lang="en-US" sz="2400" b="0" i="0" u="none" strike="noStrike" cap="none" dirty="0">
                  <a:solidFill>
                    <a:srgbClr val="679955"/>
                  </a:solidFill>
                  <a:latin typeface="Amaranth"/>
                  <a:ea typeface="Amaranth"/>
                  <a:cs typeface="Amaranth"/>
                  <a:sym typeface="Amaranth"/>
                </a:rPr>
                <a:t>DISCUSSION.</a:t>
              </a:r>
              <a:endParaRPr dirty="0"/>
            </a:p>
          </p:txBody>
        </p:sp>
        <p:sp>
          <p:nvSpPr>
            <p:cNvPr id="146" name="Google Shape;146;p13"/>
            <p:cNvSpPr/>
            <p:nvPr/>
          </p:nvSpPr>
          <p:spPr>
            <a:xfrm>
              <a:off x="21950516" y="7966059"/>
              <a:ext cx="457200" cy="646200"/>
            </a:xfrm>
            <a:prstGeom prst="rect">
              <a:avLst/>
            </a:prstGeom>
            <a:solidFill>
              <a:srgbClr val="679955"/>
            </a:solidFill>
            <a:ln>
              <a:noFill/>
            </a:ln>
          </p:spPr>
          <p:txBody>
            <a:bodyPr spcFirstLastPara="1" wrap="square" lIns="60950" tIns="30475" rIns="60950" bIns="30475" anchor="t" anchorCtr="0">
              <a:noAutofit/>
            </a:bodyPr>
            <a:lstStyle/>
            <a:p>
              <a:pPr marL="0" marR="0" lvl="0" indent="0" algn="l" rtl="0">
                <a:spcBef>
                  <a:spcPts val="0"/>
                </a:spcBef>
                <a:spcAft>
                  <a:spcPts val="0"/>
                </a:spcAft>
                <a:buNone/>
              </a:pPr>
              <a:endParaRPr sz="3000" b="0" i="0" u="none" strike="noStrike" cap="none">
                <a:solidFill>
                  <a:schemeClr val="dk1"/>
                </a:solidFill>
                <a:latin typeface="Arial"/>
                <a:ea typeface="Arial"/>
                <a:cs typeface="Arial"/>
                <a:sym typeface="Arial"/>
              </a:endParaRPr>
            </a:p>
          </p:txBody>
        </p:sp>
      </p:grpSp>
      <p:sp>
        <p:nvSpPr>
          <p:cNvPr id="15" name="文本框 14">
            <a:extLst>
              <a:ext uri="{FF2B5EF4-FFF2-40B4-BE49-F238E27FC236}">
                <a16:creationId xmlns:a16="http://schemas.microsoft.com/office/drawing/2014/main" id="{E1B90B70-57CF-CDF8-A01B-E746A861F639}"/>
              </a:ext>
            </a:extLst>
          </p:cNvPr>
          <p:cNvSpPr txBox="1"/>
          <p:nvPr/>
        </p:nvSpPr>
        <p:spPr>
          <a:xfrm>
            <a:off x="24860233" y="3788736"/>
            <a:ext cx="7155056" cy="6672981"/>
          </a:xfrm>
          <a:prstGeom prst="rect">
            <a:avLst/>
          </a:prstGeom>
          <a:noFill/>
        </p:spPr>
        <p:txBody>
          <a:bodyPr wrap="square">
            <a:spAutoFit/>
          </a:bodyPr>
          <a:lstStyle/>
          <a:p>
            <a:pPr algn="just">
              <a:lnSpc>
                <a:spcPct val="115000"/>
              </a:lnSpc>
              <a:spcBef>
                <a:spcPts val="1200"/>
              </a:spcBef>
              <a:buSzPts val="1100"/>
            </a:pPr>
            <a:endParaRPr lang="en-US" sz="1600" b="1" dirty="0">
              <a:solidFill>
                <a:schemeClr val="dk1"/>
              </a:solidFill>
              <a:latin typeface="Titillium Web"/>
              <a:ea typeface="Titillium Web"/>
              <a:cs typeface="Titillium Web"/>
              <a:sym typeface="Titillium Web"/>
            </a:endParaRPr>
          </a:p>
          <a:p>
            <a:pPr algn="just">
              <a:lnSpc>
                <a:spcPct val="115000"/>
              </a:lnSpc>
              <a:spcBef>
                <a:spcPts val="1200"/>
              </a:spcBef>
              <a:buSzPts val="1100"/>
            </a:pPr>
            <a:endParaRPr lang="en-US" sz="1600" b="1" dirty="0">
              <a:solidFill>
                <a:schemeClr val="dk1"/>
              </a:solidFill>
              <a:latin typeface="Titillium Web"/>
              <a:ea typeface="Titillium Web"/>
              <a:cs typeface="Titillium Web"/>
              <a:sym typeface="Titillium Web"/>
            </a:endParaRPr>
          </a:p>
          <a:p>
            <a:pPr algn="just">
              <a:lnSpc>
                <a:spcPct val="115000"/>
              </a:lnSpc>
              <a:spcBef>
                <a:spcPts val="1200"/>
              </a:spcBef>
              <a:buSzPts val="1100"/>
            </a:pPr>
            <a:endParaRPr lang="en-US" sz="1600" b="1" dirty="0">
              <a:solidFill>
                <a:schemeClr val="dk1"/>
              </a:solidFill>
              <a:latin typeface="Titillium Web"/>
              <a:ea typeface="Titillium Web"/>
              <a:cs typeface="Titillium Web"/>
              <a:sym typeface="Titillium Web"/>
            </a:endParaRPr>
          </a:p>
          <a:p>
            <a:pPr algn="just">
              <a:lnSpc>
                <a:spcPct val="115000"/>
              </a:lnSpc>
              <a:spcBef>
                <a:spcPts val="1200"/>
              </a:spcBef>
              <a:buSzPts val="1100"/>
            </a:pPr>
            <a:endParaRPr lang="en-US" sz="1600" b="1" dirty="0">
              <a:solidFill>
                <a:schemeClr val="dk1"/>
              </a:solidFill>
              <a:latin typeface="Titillium Web"/>
              <a:ea typeface="Titillium Web"/>
              <a:cs typeface="Titillium Web"/>
              <a:sym typeface="Titillium Web"/>
            </a:endParaRPr>
          </a:p>
          <a:p>
            <a:pPr algn="just">
              <a:lnSpc>
                <a:spcPct val="115000"/>
              </a:lnSpc>
              <a:spcBef>
                <a:spcPts val="1200"/>
              </a:spcBef>
              <a:buSzPts val="1100"/>
            </a:pPr>
            <a:endParaRPr lang="en-US" sz="1600" b="1" dirty="0">
              <a:solidFill>
                <a:schemeClr val="dk1"/>
              </a:solidFill>
              <a:latin typeface="Titillium Web"/>
              <a:ea typeface="Titillium Web"/>
              <a:cs typeface="Titillium Web"/>
              <a:sym typeface="Titillium Web"/>
            </a:endParaRPr>
          </a:p>
          <a:p>
            <a:pPr algn="just">
              <a:lnSpc>
                <a:spcPct val="115000"/>
              </a:lnSpc>
              <a:spcBef>
                <a:spcPts val="1200"/>
              </a:spcBef>
              <a:buSzPts val="1100"/>
            </a:pPr>
            <a:endParaRPr lang="en-US" sz="1600" b="1" dirty="0">
              <a:solidFill>
                <a:schemeClr val="dk1"/>
              </a:solidFill>
              <a:latin typeface="Titillium Web"/>
              <a:ea typeface="Titillium Web"/>
              <a:cs typeface="Titillium Web"/>
              <a:sym typeface="Titillium Web"/>
            </a:endParaRPr>
          </a:p>
          <a:p>
            <a:pPr algn="just">
              <a:lnSpc>
                <a:spcPct val="115000"/>
              </a:lnSpc>
              <a:spcBef>
                <a:spcPts val="1200"/>
              </a:spcBef>
              <a:buSzPts val="1100"/>
            </a:pPr>
            <a:endParaRPr lang="en-US" sz="1600" b="1" dirty="0">
              <a:solidFill>
                <a:schemeClr val="dk1"/>
              </a:solidFill>
              <a:latin typeface="Titillium Web"/>
              <a:ea typeface="Titillium Web"/>
              <a:cs typeface="Titillium Web"/>
              <a:sym typeface="Titillium Web"/>
            </a:endParaRPr>
          </a:p>
          <a:p>
            <a:pPr algn="just">
              <a:lnSpc>
                <a:spcPct val="115000"/>
              </a:lnSpc>
              <a:spcBef>
                <a:spcPts val="1200"/>
              </a:spcBef>
              <a:buSzPts val="1100"/>
            </a:pPr>
            <a:endParaRPr lang="en-US" sz="1600" b="1" dirty="0">
              <a:solidFill>
                <a:schemeClr val="dk1"/>
              </a:solidFill>
              <a:latin typeface="Titillium Web"/>
              <a:ea typeface="Titillium Web"/>
              <a:cs typeface="Titillium Web"/>
              <a:sym typeface="Titillium Web"/>
            </a:endParaRPr>
          </a:p>
          <a:p>
            <a:pPr algn="just">
              <a:lnSpc>
                <a:spcPct val="115000"/>
              </a:lnSpc>
              <a:spcBef>
                <a:spcPts val="1200"/>
              </a:spcBef>
              <a:buSzPts val="1100"/>
            </a:pPr>
            <a:endParaRPr lang="en-US" sz="1600" b="1" dirty="0">
              <a:solidFill>
                <a:schemeClr val="dk1"/>
              </a:solidFill>
              <a:latin typeface="Titillium Web"/>
              <a:ea typeface="Titillium Web"/>
              <a:cs typeface="Titillium Web"/>
              <a:sym typeface="Titillium Web"/>
            </a:endParaRPr>
          </a:p>
          <a:p>
            <a:pPr algn="just">
              <a:lnSpc>
                <a:spcPct val="115000"/>
              </a:lnSpc>
              <a:spcBef>
                <a:spcPts val="1200"/>
              </a:spcBef>
              <a:buSzPts val="1100"/>
            </a:pPr>
            <a:r>
              <a:rPr lang="en-US" sz="1600" b="1" dirty="0">
                <a:solidFill>
                  <a:schemeClr val="dk1"/>
                </a:solidFill>
                <a:latin typeface="Titillium Web"/>
                <a:ea typeface="Titillium Web"/>
                <a:cs typeface="Titillium Web"/>
                <a:sym typeface="Titillium Web"/>
              </a:rPr>
              <a:t> </a:t>
            </a:r>
          </a:p>
          <a:p>
            <a:pPr algn="just">
              <a:lnSpc>
                <a:spcPct val="115000"/>
              </a:lnSpc>
              <a:spcBef>
                <a:spcPts val="1200"/>
              </a:spcBef>
              <a:buSzPts val="1100"/>
            </a:pPr>
            <a:r>
              <a:rPr lang="en-US" sz="1200" dirty="0">
                <a:solidFill>
                  <a:schemeClr val="dk1"/>
                </a:solidFill>
                <a:latin typeface="Titillium Web"/>
                <a:ea typeface="Titillium Web"/>
                <a:cs typeface="Titillium Web"/>
                <a:sym typeface="Titillium Web"/>
              </a:rPr>
              <a:t>                                              Figure 3</a:t>
            </a:r>
            <a:r>
              <a:rPr lang="en-US" sz="1200" dirty="0">
                <a:solidFill>
                  <a:schemeClr val="dk1"/>
                </a:solidFill>
                <a:latin typeface="Titillium Web"/>
                <a:sym typeface="Titillium Web"/>
              </a:rPr>
              <a:t>                                                                                            </a:t>
            </a:r>
            <a:r>
              <a:rPr lang="en-US" sz="1200" dirty="0">
                <a:solidFill>
                  <a:schemeClr val="dk1"/>
                </a:solidFill>
                <a:latin typeface="Titillium Web"/>
              </a:rPr>
              <a:t>Figure 4</a:t>
            </a:r>
            <a:endParaRPr lang="en-US" sz="1200" dirty="0">
              <a:solidFill>
                <a:schemeClr val="dk1"/>
              </a:solidFill>
              <a:latin typeface="Titillium Web"/>
              <a:ea typeface="Titillium Web"/>
              <a:cs typeface="Titillium Web"/>
              <a:sym typeface="Titillium Web"/>
            </a:endParaRPr>
          </a:p>
          <a:p>
            <a:pPr algn="just">
              <a:lnSpc>
                <a:spcPct val="115000"/>
              </a:lnSpc>
              <a:spcBef>
                <a:spcPts val="1200"/>
              </a:spcBef>
              <a:buSzPts val="1100"/>
            </a:pPr>
            <a:r>
              <a:rPr lang="en-US" sz="1200" b="1" dirty="0">
                <a:solidFill>
                  <a:schemeClr val="dk1"/>
                </a:solidFill>
                <a:latin typeface="Titillium Web"/>
                <a:ea typeface="Titillium Web"/>
                <a:cs typeface="Titillium Web"/>
                <a:sym typeface="Titillium Web"/>
              </a:rPr>
              <a:t>Figure 3.</a:t>
            </a:r>
            <a:r>
              <a:rPr lang="en-US" sz="1200" dirty="0">
                <a:solidFill>
                  <a:schemeClr val="dk1"/>
                </a:solidFill>
                <a:latin typeface="Titillium Web"/>
                <a:ea typeface="Titillium Web"/>
                <a:cs typeface="Titillium Web"/>
                <a:sym typeface="Titillium Web"/>
              </a:rPr>
              <a:t> </a:t>
            </a:r>
            <a:r>
              <a:rPr lang="en-US" sz="1200" dirty="0"/>
              <a:t>Under the RL policy, age-structured dynamics remain stable over long horizons, with adult populations supporting gradual recovery following rare disaster-induced shocks. The learned policy alternates between periods of active release and minimal intervention, while maintaining consistently low mitigation effort, indicating a cost-aware and adaptive control strategy.</a:t>
            </a:r>
          </a:p>
          <a:p>
            <a:pPr algn="just">
              <a:lnSpc>
                <a:spcPct val="115000"/>
              </a:lnSpc>
              <a:spcBef>
                <a:spcPts val="1200"/>
              </a:spcBef>
              <a:buSzPts val="1100"/>
            </a:pPr>
            <a:r>
              <a:rPr lang="en-US" sz="1200" b="1" dirty="0"/>
              <a:t>Figure 4 </a:t>
            </a:r>
            <a:r>
              <a:rPr lang="en-US" sz="1200" dirty="0"/>
              <a:t>shows a representative MPC rollout on the calibrated age-structured environment. MPC successfully stabilizes the wild population and prevents extinction under stochastic disturbances. However, the controller relies on frequent release actions and sparse mitigation, reflecting its short-horizon, reactive nature.</a:t>
            </a:r>
            <a:endParaRPr lang="en-US" sz="1200" i="1" dirty="0">
              <a:solidFill>
                <a:schemeClr val="dk1"/>
              </a:solidFill>
              <a:latin typeface="Titillium Web"/>
            </a:endParaRPr>
          </a:p>
        </p:txBody>
      </p:sp>
      <p:pic>
        <p:nvPicPr>
          <p:cNvPr id="20" name="图片 19" descr="图表&#10;&#10;AI 生成的内容可能不正确。">
            <a:extLst>
              <a:ext uri="{FF2B5EF4-FFF2-40B4-BE49-F238E27FC236}">
                <a16:creationId xmlns:a16="http://schemas.microsoft.com/office/drawing/2014/main" id="{5204F2CA-F439-E41A-0215-1FA37DC64046}"/>
              </a:ext>
            </a:extLst>
          </p:cNvPr>
          <p:cNvPicPr>
            <a:picLocks noChangeAspect="1"/>
          </p:cNvPicPr>
          <p:nvPr/>
        </p:nvPicPr>
        <p:blipFill>
          <a:blip r:embed="rId4"/>
          <a:stretch>
            <a:fillRect/>
          </a:stretch>
        </p:blipFill>
        <p:spPr>
          <a:xfrm>
            <a:off x="28437761" y="4038497"/>
            <a:ext cx="3695326" cy="4105918"/>
          </a:xfrm>
          <a:prstGeom prst="rect">
            <a:avLst/>
          </a:prstGeom>
        </p:spPr>
      </p:pic>
      <p:sp>
        <p:nvSpPr>
          <p:cNvPr id="22" name="文本框 21">
            <a:extLst>
              <a:ext uri="{FF2B5EF4-FFF2-40B4-BE49-F238E27FC236}">
                <a16:creationId xmlns:a16="http://schemas.microsoft.com/office/drawing/2014/main" id="{019AE3F7-BDB0-3632-7C27-B801F3B88F6A}"/>
              </a:ext>
            </a:extLst>
          </p:cNvPr>
          <p:cNvSpPr txBox="1"/>
          <p:nvPr/>
        </p:nvSpPr>
        <p:spPr>
          <a:xfrm>
            <a:off x="16415404" y="4875270"/>
            <a:ext cx="7908976" cy="3323987"/>
          </a:xfrm>
          <a:prstGeom prst="rect">
            <a:avLst/>
          </a:prstGeom>
          <a:noFill/>
        </p:spPr>
        <p:txBody>
          <a:bodyPr wrap="square">
            <a:spAutoFit/>
          </a:bodyPr>
          <a:lstStyle/>
          <a:p>
            <a:endParaRPr lang="en-US" dirty="0"/>
          </a:p>
          <a:p>
            <a:r>
              <a:rPr lang="en-US" b="1" dirty="0"/>
              <a:t>2.3 Reinforcement Learning Framework</a:t>
            </a:r>
          </a:p>
          <a:p>
            <a:r>
              <a:rPr lang="en-US" b="1" dirty="0"/>
              <a:t>Offline dataset: </a:t>
            </a:r>
            <a:r>
              <a:rPr lang="en-US" dirty="0"/>
              <a:t>An offline dataset is generated by simulating random management policies.</a:t>
            </a:r>
          </a:p>
          <a:p>
            <a:endParaRPr lang="en-US" dirty="0"/>
          </a:p>
          <a:p>
            <a:r>
              <a:rPr lang="en-US" b="1" dirty="0"/>
              <a:t>Data coverage: </a:t>
            </a:r>
            <a:r>
              <a:rPr lang="en-US" dirty="0"/>
              <a:t>Simulations span long horizons and capture both typical dynamics and rare disaster events.</a:t>
            </a:r>
          </a:p>
          <a:p>
            <a:endParaRPr lang="en-US" dirty="0"/>
          </a:p>
          <a:p>
            <a:r>
              <a:rPr lang="en-US" b="1" dirty="0"/>
              <a:t>Dataset size: </a:t>
            </a:r>
            <a:r>
              <a:rPr lang="en-US" dirty="0"/>
              <a:t>Approximately 30,000 state–action transitions over 100-year trajectories.</a:t>
            </a:r>
          </a:p>
          <a:p>
            <a:endParaRPr lang="en-US" dirty="0"/>
          </a:p>
          <a:p>
            <a:r>
              <a:rPr lang="en-US" b="1" dirty="0"/>
              <a:t>Algorithm: </a:t>
            </a:r>
            <a:r>
              <a:rPr lang="en-US" dirty="0"/>
              <a:t>Fitted Q-Iteration (FQI) with Random Forest function approximation.</a:t>
            </a:r>
          </a:p>
          <a:p>
            <a:endParaRPr lang="en-US" dirty="0"/>
          </a:p>
          <a:p>
            <a:r>
              <a:rPr lang="en-US" b="1" dirty="0"/>
              <a:t>Motivation: </a:t>
            </a:r>
            <a:r>
              <a:rPr lang="en-US" dirty="0"/>
              <a:t>FQI is robust to stochasticity, suitable for long-horizon problems, and interpretable.</a:t>
            </a:r>
          </a:p>
          <a:p>
            <a:endParaRPr lang="en-US" dirty="0"/>
          </a:p>
          <a:p>
            <a:r>
              <a:rPr lang="en-US" b="1" dirty="0"/>
              <a:t>Policy extraction: </a:t>
            </a:r>
            <a:r>
              <a:rPr lang="en-US" dirty="0"/>
              <a:t>The final policy is obtained by greedy maximization of the learned Q-function over a discretized action space.</a:t>
            </a:r>
          </a:p>
        </p:txBody>
      </p:sp>
      <p:sp>
        <p:nvSpPr>
          <p:cNvPr id="91" name="Google Shape;91;p13"/>
          <p:cNvSpPr txBox="1"/>
          <p:nvPr/>
        </p:nvSpPr>
        <p:spPr>
          <a:xfrm>
            <a:off x="496695" y="10505538"/>
            <a:ext cx="7631391" cy="5850772"/>
          </a:xfrm>
          <a:prstGeom prst="rect">
            <a:avLst/>
          </a:prstGeom>
          <a:noFill/>
          <a:ln>
            <a:noFill/>
          </a:ln>
        </p:spPr>
        <p:txBody>
          <a:bodyPr spcFirstLastPara="1" wrap="square" lIns="60925" tIns="30450" rIns="60925" bIns="30450" anchor="t" anchorCtr="0">
            <a:spAutoFit/>
          </a:bodyPr>
          <a:lstStyle/>
          <a:p>
            <a:pPr lvl="0" algn="just">
              <a:lnSpc>
                <a:spcPct val="110000"/>
              </a:lnSpc>
            </a:pPr>
            <a:endParaRPr lang="en-US" sz="1800" b="1" dirty="0">
              <a:solidFill>
                <a:schemeClr val="dk1"/>
              </a:solidFill>
              <a:latin typeface="Titillium Web"/>
            </a:endParaRPr>
          </a:p>
          <a:p>
            <a:pPr lvl="0" algn="just">
              <a:lnSpc>
                <a:spcPct val="110000"/>
              </a:lnSpc>
            </a:pPr>
            <a:r>
              <a:rPr lang="en-US" sz="1800" b="1" dirty="0">
                <a:solidFill>
                  <a:schemeClr val="dk1"/>
                </a:solidFill>
                <a:latin typeface="Titillium Web"/>
              </a:rPr>
              <a:t>Problem: </a:t>
            </a:r>
            <a:r>
              <a:rPr lang="en-US" sz="1800" dirty="0">
                <a:solidFill>
                  <a:schemeClr val="dk1"/>
                </a:solidFill>
                <a:latin typeface="Titillium Web"/>
              </a:rPr>
              <a:t>California condor recovery requires long-term management under uncertainty, balancing population sustainability and intervention costs.</a:t>
            </a:r>
          </a:p>
          <a:p>
            <a:pPr lvl="0" algn="just">
              <a:lnSpc>
                <a:spcPct val="110000"/>
              </a:lnSpc>
            </a:pPr>
            <a:endParaRPr lang="en-US" sz="1800" dirty="0">
              <a:solidFill>
                <a:schemeClr val="dk1"/>
              </a:solidFill>
              <a:latin typeface="Titillium Web"/>
            </a:endParaRPr>
          </a:p>
          <a:p>
            <a:pPr>
              <a:lnSpc>
                <a:spcPct val="110000"/>
              </a:lnSpc>
            </a:pPr>
            <a:r>
              <a:rPr lang="en-US" sz="1800" b="1" dirty="0">
                <a:solidFill>
                  <a:schemeClr val="dk1"/>
                </a:solidFill>
                <a:latin typeface="Titillium Web"/>
              </a:rPr>
              <a:t>Limitation of existing approaches:  </a:t>
            </a:r>
            <a:r>
              <a:rPr lang="en-US" sz="1800" dirty="0">
                <a:solidFill>
                  <a:schemeClr val="dk1"/>
                </a:solidFill>
                <a:latin typeface="Titillium Web"/>
              </a:rPr>
              <a:t>Traditional conservation policies are heuristic, static, and poorly adapted to stochastic disturbances.</a:t>
            </a:r>
          </a:p>
          <a:p>
            <a:pPr lvl="0" algn="just">
              <a:lnSpc>
                <a:spcPct val="110000"/>
              </a:lnSpc>
            </a:pPr>
            <a:endParaRPr lang="en-US" sz="1800" dirty="0">
              <a:solidFill>
                <a:schemeClr val="dk1"/>
              </a:solidFill>
              <a:latin typeface="Titillium Web"/>
            </a:endParaRPr>
          </a:p>
          <a:p>
            <a:pPr lvl="0" algn="just">
              <a:lnSpc>
                <a:spcPct val="110000"/>
              </a:lnSpc>
            </a:pPr>
            <a:r>
              <a:rPr lang="en-US" sz="1800" b="1" dirty="0">
                <a:solidFill>
                  <a:schemeClr val="dk1"/>
                </a:solidFill>
                <a:latin typeface="Titillium Web"/>
              </a:rPr>
              <a:t>Method: </a:t>
            </a:r>
            <a:r>
              <a:rPr lang="en-US" sz="1800" dirty="0">
                <a:solidFill>
                  <a:schemeClr val="dk1"/>
                </a:solidFill>
                <a:latin typeface="Titillium Web"/>
              </a:rPr>
              <a:t>We formulate condor management as a sequential decision-making problem and apply offline reinforcement learning using a calibrated, age-structured population model.</a:t>
            </a:r>
          </a:p>
          <a:p>
            <a:pPr lvl="0" algn="just">
              <a:lnSpc>
                <a:spcPct val="110000"/>
              </a:lnSpc>
            </a:pPr>
            <a:endParaRPr lang="en-US" sz="1800" dirty="0">
              <a:solidFill>
                <a:schemeClr val="dk1"/>
              </a:solidFill>
              <a:latin typeface="Titillium Web"/>
            </a:endParaRPr>
          </a:p>
          <a:p>
            <a:pPr lvl="0" algn="just">
              <a:lnSpc>
                <a:spcPct val="110000"/>
              </a:lnSpc>
            </a:pPr>
            <a:r>
              <a:rPr lang="en-US" sz="1800" b="1" dirty="0">
                <a:solidFill>
                  <a:schemeClr val="dk1"/>
                </a:solidFill>
                <a:latin typeface="Titillium Web"/>
              </a:rPr>
              <a:t>Algorithm: </a:t>
            </a:r>
            <a:r>
              <a:rPr lang="en-US" sz="1800" dirty="0">
                <a:solidFill>
                  <a:schemeClr val="dk1"/>
                </a:solidFill>
                <a:latin typeface="Titillium Web"/>
              </a:rPr>
              <a:t>Policies are learned via Fitted Q-Iteration (FQI) with Random Forest function approximation on simulated data.</a:t>
            </a:r>
          </a:p>
          <a:p>
            <a:pPr lvl="0" algn="just">
              <a:lnSpc>
                <a:spcPct val="110000"/>
              </a:lnSpc>
            </a:pPr>
            <a:endParaRPr lang="en-US" sz="1800" dirty="0">
              <a:solidFill>
                <a:schemeClr val="dk1"/>
              </a:solidFill>
              <a:latin typeface="Titillium Web"/>
            </a:endParaRPr>
          </a:p>
          <a:p>
            <a:pPr lvl="0" algn="just">
              <a:lnSpc>
                <a:spcPct val="110000"/>
              </a:lnSpc>
            </a:pPr>
            <a:r>
              <a:rPr lang="en-US" sz="1800" b="1" dirty="0">
                <a:solidFill>
                  <a:schemeClr val="dk1"/>
                </a:solidFill>
                <a:latin typeface="Titillium Web"/>
              </a:rPr>
              <a:t>Results: </a:t>
            </a:r>
            <a:r>
              <a:rPr lang="en-US" sz="1800" dirty="0">
                <a:solidFill>
                  <a:schemeClr val="dk1"/>
                </a:solidFill>
                <a:latin typeface="Titillium Web"/>
              </a:rPr>
              <a:t>Learned policies achieve stable long-term populations, respond robustly to rare disasters, and minimize unnecessary interventions.</a:t>
            </a:r>
          </a:p>
          <a:p>
            <a:pPr lvl="0" algn="just">
              <a:lnSpc>
                <a:spcPct val="110000"/>
              </a:lnSpc>
            </a:pPr>
            <a:endParaRPr lang="en-US" sz="1800" dirty="0">
              <a:solidFill>
                <a:schemeClr val="dk1"/>
              </a:solidFill>
              <a:latin typeface="Titillium Web"/>
            </a:endParaRPr>
          </a:p>
          <a:p>
            <a:pPr lvl="0" algn="just">
              <a:lnSpc>
                <a:spcPct val="110000"/>
              </a:lnSpc>
            </a:pPr>
            <a:r>
              <a:rPr lang="en-US" sz="1800" b="1" dirty="0">
                <a:solidFill>
                  <a:schemeClr val="dk1"/>
                </a:solidFill>
                <a:latin typeface="Titillium Web"/>
              </a:rPr>
              <a:t>Conclusion: </a:t>
            </a:r>
            <a:r>
              <a:rPr lang="en-US" sz="1800" dirty="0">
                <a:solidFill>
                  <a:schemeClr val="dk1"/>
                </a:solidFill>
                <a:latin typeface="Titillium Web"/>
              </a:rPr>
              <a:t>Extensive validation indicates that RL-derived policies are biologically plausible and suitable for decision support.</a:t>
            </a:r>
          </a:p>
        </p:txBody>
      </p:sp>
      <p:pic>
        <p:nvPicPr>
          <p:cNvPr id="30" name="Picture 14" descr="Birds">
            <a:extLst>
              <a:ext uri="{FF2B5EF4-FFF2-40B4-BE49-F238E27FC236}">
                <a16:creationId xmlns:a16="http://schemas.microsoft.com/office/drawing/2014/main" id="{8B52F04B-A346-4453-194C-42AA88F741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282" y="4412603"/>
            <a:ext cx="4191000" cy="6096000"/>
          </a:xfrm>
          <a:prstGeom prst="rect">
            <a:avLst/>
          </a:prstGeom>
          <a:noFill/>
          <a:extLst>
            <a:ext uri="{909E8E84-426E-40DD-AFC4-6F175D3DCCD1}">
              <a14:hiddenFill xmlns:a14="http://schemas.microsoft.com/office/drawing/2010/main">
                <a:solidFill>
                  <a:srgbClr val="FFFFFF"/>
                </a:solidFill>
              </a14:hiddenFill>
            </a:ext>
          </a:extLst>
        </p:spPr>
      </p:pic>
      <p:sp>
        <p:nvSpPr>
          <p:cNvPr id="31" name="Google Shape;91;p13">
            <a:extLst>
              <a:ext uri="{FF2B5EF4-FFF2-40B4-BE49-F238E27FC236}">
                <a16:creationId xmlns:a16="http://schemas.microsoft.com/office/drawing/2014/main" id="{8A10F47A-28BD-014A-CAD3-81AD129D4BB0}"/>
              </a:ext>
            </a:extLst>
          </p:cNvPr>
          <p:cNvSpPr txBox="1"/>
          <p:nvPr/>
        </p:nvSpPr>
        <p:spPr>
          <a:xfrm>
            <a:off x="4678326" y="5326040"/>
            <a:ext cx="3257776" cy="4767398"/>
          </a:xfrm>
          <a:prstGeom prst="rect">
            <a:avLst/>
          </a:prstGeom>
          <a:noFill/>
          <a:ln>
            <a:noFill/>
          </a:ln>
        </p:spPr>
        <p:txBody>
          <a:bodyPr spcFirstLastPara="1" wrap="square" lIns="60925" tIns="30450" rIns="60925" bIns="30450" anchor="t" anchorCtr="0">
            <a:spAutoFit/>
          </a:bodyPr>
          <a:lstStyle/>
          <a:p>
            <a:pPr lvl="0" algn="just">
              <a:lnSpc>
                <a:spcPct val="110000"/>
              </a:lnSpc>
            </a:pPr>
            <a:r>
              <a:rPr lang="en-US" sz="1600" dirty="0"/>
              <a:t>The California condor is one of the world’s most </a:t>
            </a:r>
            <a:r>
              <a:rPr lang="en-US" sz="1600"/>
              <a:t>endangered birds. </a:t>
            </a:r>
            <a:r>
              <a:rPr lang="en-US" sz="1600" dirty="0"/>
              <a:t>There are just over 500 California condors worldwide, fewer than 400 of which live in the wild. The species survives today only through intensive, long-term human conservation efforts.</a:t>
            </a:r>
          </a:p>
          <a:p>
            <a:pPr lvl="0" algn="just">
              <a:lnSpc>
                <a:spcPct val="110000"/>
              </a:lnSpc>
            </a:pPr>
            <a:endParaRPr lang="en-US" sz="1600" dirty="0"/>
          </a:p>
          <a:p>
            <a:pPr lvl="0" algn="just">
              <a:lnSpc>
                <a:spcPct val="110000"/>
              </a:lnSpc>
            </a:pPr>
            <a:r>
              <a:rPr lang="en-US" sz="1600" dirty="0"/>
              <a:t>Major threats to California condors include lead poisoning from ammunition, habitat loss, and rare but severe environmental </a:t>
            </a:r>
          </a:p>
          <a:p>
            <a:pPr lvl="0" algn="just">
              <a:lnSpc>
                <a:spcPct val="110000"/>
              </a:lnSpc>
            </a:pPr>
            <a:r>
              <a:rPr lang="en-US" sz="1600" dirty="0"/>
              <a:t>Disturbances.</a:t>
            </a:r>
          </a:p>
          <a:p>
            <a:pPr lvl="0" algn="just">
              <a:lnSpc>
                <a:spcPct val="110000"/>
              </a:lnSpc>
            </a:pPr>
            <a:endParaRPr lang="en-US" sz="1800" dirty="0"/>
          </a:p>
          <a:p>
            <a:pPr lvl="0" algn="just">
              <a:lnSpc>
                <a:spcPct val="110000"/>
              </a:lnSpc>
            </a:pPr>
            <a:endParaRPr lang="en-US" sz="1800" dirty="0">
              <a:solidFill>
                <a:schemeClr val="dk1"/>
              </a:solidFill>
              <a:latin typeface="Titillium Web"/>
            </a:endParaRPr>
          </a:p>
          <a:p>
            <a:pPr lvl="0" algn="just">
              <a:lnSpc>
                <a:spcPct val="110000"/>
              </a:lnSpc>
            </a:pPr>
            <a:r>
              <a:rPr lang="en-US" sz="1800" dirty="0"/>
              <a:t>.</a:t>
            </a:r>
            <a:endParaRPr lang="en-US" sz="1800" dirty="0">
              <a:solidFill>
                <a:schemeClr val="dk1"/>
              </a:solidFill>
              <a:latin typeface="Titillium Web"/>
            </a:endParaRPr>
          </a:p>
        </p:txBody>
      </p:sp>
      <p:grpSp>
        <p:nvGrpSpPr>
          <p:cNvPr id="32" name="Google Shape;103;p13">
            <a:extLst>
              <a:ext uri="{FF2B5EF4-FFF2-40B4-BE49-F238E27FC236}">
                <a16:creationId xmlns:a16="http://schemas.microsoft.com/office/drawing/2014/main" id="{BD3C7283-7E7A-619A-5E85-8FF4E5A8FC60}"/>
              </a:ext>
            </a:extLst>
          </p:cNvPr>
          <p:cNvGrpSpPr/>
          <p:nvPr/>
        </p:nvGrpSpPr>
        <p:grpSpPr>
          <a:xfrm>
            <a:off x="8487641" y="4412607"/>
            <a:ext cx="2751446" cy="528022"/>
            <a:chOff x="23523324" y="-10551260"/>
            <a:chExt cx="3929027" cy="692400"/>
          </a:xfrm>
        </p:grpSpPr>
        <p:sp>
          <p:nvSpPr>
            <p:cNvPr id="33" name="Google Shape;104;p13">
              <a:extLst>
                <a:ext uri="{FF2B5EF4-FFF2-40B4-BE49-F238E27FC236}">
                  <a16:creationId xmlns:a16="http://schemas.microsoft.com/office/drawing/2014/main" id="{E33FBE7D-45EA-3EA2-CC60-E3BDDC3A2FF4}"/>
                </a:ext>
              </a:extLst>
            </p:cNvPr>
            <p:cNvSpPr txBox="1"/>
            <p:nvPr/>
          </p:nvSpPr>
          <p:spPr>
            <a:xfrm>
              <a:off x="23819951" y="-10551260"/>
              <a:ext cx="3632400" cy="692400"/>
            </a:xfrm>
            <a:prstGeom prst="rect">
              <a:avLst/>
            </a:prstGeom>
            <a:solidFill>
              <a:schemeClr val="lt1"/>
            </a:solidFill>
            <a:ln>
              <a:noFill/>
            </a:ln>
          </p:spPr>
          <p:txBody>
            <a:bodyPr spcFirstLastPara="1" wrap="square" lIns="182875" tIns="45700" rIns="182875" bIns="45700" anchor="t" anchorCtr="0">
              <a:spAutoFit/>
            </a:bodyPr>
            <a:lstStyle/>
            <a:p>
              <a:pPr marL="0" marR="0" lvl="0" indent="0" algn="l" rtl="0">
                <a:spcBef>
                  <a:spcPts val="0"/>
                </a:spcBef>
                <a:spcAft>
                  <a:spcPts val="0"/>
                </a:spcAft>
                <a:buNone/>
              </a:pPr>
              <a:r>
                <a:rPr lang="en-US" sz="2400" b="0" i="0" u="none" strike="noStrike" cap="none" dirty="0">
                  <a:solidFill>
                    <a:srgbClr val="679955"/>
                  </a:solidFill>
                  <a:latin typeface="Amaranth"/>
                  <a:ea typeface="Amaranth"/>
                  <a:cs typeface="Amaranth"/>
                  <a:sym typeface="Amaranth"/>
                </a:rPr>
                <a:t>METHODOLOGY</a:t>
              </a:r>
              <a:endParaRPr dirty="0"/>
            </a:p>
          </p:txBody>
        </p:sp>
        <p:sp>
          <p:nvSpPr>
            <p:cNvPr id="34" name="Google Shape;105;p13">
              <a:extLst>
                <a:ext uri="{FF2B5EF4-FFF2-40B4-BE49-F238E27FC236}">
                  <a16:creationId xmlns:a16="http://schemas.microsoft.com/office/drawing/2014/main" id="{60ED608A-EA3D-9A5A-2FD3-23FD004522A5}"/>
                </a:ext>
              </a:extLst>
            </p:cNvPr>
            <p:cNvSpPr/>
            <p:nvPr/>
          </p:nvSpPr>
          <p:spPr>
            <a:xfrm>
              <a:off x="23523324" y="-10551259"/>
              <a:ext cx="457200" cy="646200"/>
            </a:xfrm>
            <a:prstGeom prst="rect">
              <a:avLst/>
            </a:prstGeom>
            <a:solidFill>
              <a:srgbClr val="679955"/>
            </a:solidFill>
            <a:ln>
              <a:noFill/>
            </a:ln>
          </p:spPr>
          <p:txBody>
            <a:bodyPr spcFirstLastPara="1" wrap="square" lIns="60950" tIns="30475" rIns="60950" bIns="30475" anchor="t" anchorCtr="0">
              <a:noAutofit/>
            </a:bodyPr>
            <a:lstStyle/>
            <a:p>
              <a:pPr marL="0" marR="0" lvl="0" indent="0" algn="l" rtl="0">
                <a:spcBef>
                  <a:spcPts val="0"/>
                </a:spcBef>
                <a:spcAft>
                  <a:spcPts val="0"/>
                </a:spcAft>
                <a:buNone/>
              </a:pPr>
              <a:endParaRPr sz="3000" b="0" i="0" u="none" strike="noStrike" cap="none">
                <a:solidFill>
                  <a:schemeClr val="dk1"/>
                </a:solidFill>
                <a:latin typeface="Arial"/>
                <a:ea typeface="Arial"/>
                <a:cs typeface="Arial"/>
                <a:sym typeface="Arial"/>
              </a:endParaRPr>
            </a:p>
          </p:txBody>
        </p:sp>
      </p:grpSp>
      <p:pic>
        <p:nvPicPr>
          <p:cNvPr id="3" name="图片 2" descr="图表, 折线图&#10;&#10;AI 生成的内容可能不正确。">
            <a:extLst>
              <a:ext uri="{FF2B5EF4-FFF2-40B4-BE49-F238E27FC236}">
                <a16:creationId xmlns:a16="http://schemas.microsoft.com/office/drawing/2014/main" id="{1170B560-D18B-EF2A-6344-CE756311D70A}"/>
              </a:ext>
            </a:extLst>
          </p:cNvPr>
          <p:cNvPicPr>
            <a:picLocks noChangeAspect="1"/>
          </p:cNvPicPr>
          <p:nvPr/>
        </p:nvPicPr>
        <p:blipFill>
          <a:blip r:embed="rId6"/>
          <a:stretch>
            <a:fillRect/>
          </a:stretch>
        </p:blipFill>
        <p:spPr>
          <a:xfrm>
            <a:off x="16192640" y="11271363"/>
            <a:ext cx="7950537" cy="4637813"/>
          </a:xfrm>
          <a:prstGeom prst="rect">
            <a:avLst/>
          </a:prstGeom>
        </p:spPr>
      </p:pic>
      <p:pic>
        <p:nvPicPr>
          <p:cNvPr id="5" name="图片 4" descr="图表, 条形图, 直方图&#10;&#10;AI 生成的内容可能不正确。">
            <a:extLst>
              <a:ext uri="{FF2B5EF4-FFF2-40B4-BE49-F238E27FC236}">
                <a16:creationId xmlns:a16="http://schemas.microsoft.com/office/drawing/2014/main" id="{3E53C28F-C1C7-3EA0-6A50-4AFFD8D9887E}"/>
              </a:ext>
            </a:extLst>
          </p:cNvPr>
          <p:cNvPicPr>
            <a:picLocks noChangeAspect="1"/>
          </p:cNvPicPr>
          <p:nvPr/>
        </p:nvPicPr>
        <p:blipFill>
          <a:blip r:embed="rId7"/>
          <a:stretch>
            <a:fillRect/>
          </a:stretch>
        </p:blipFill>
        <p:spPr>
          <a:xfrm>
            <a:off x="16415404" y="17292224"/>
            <a:ext cx="8183460" cy="3182457"/>
          </a:xfrm>
          <a:prstGeom prst="rect">
            <a:avLst/>
          </a:prstGeom>
        </p:spPr>
      </p:pic>
      <p:pic>
        <p:nvPicPr>
          <p:cNvPr id="8" name="图片 7" descr="图表, 折线图&#10;&#10;AI 生成的内容可能不正确。">
            <a:extLst>
              <a:ext uri="{FF2B5EF4-FFF2-40B4-BE49-F238E27FC236}">
                <a16:creationId xmlns:a16="http://schemas.microsoft.com/office/drawing/2014/main" id="{B9D362AA-4869-B1B6-6F1B-6A906AC8CA24}"/>
              </a:ext>
            </a:extLst>
          </p:cNvPr>
          <p:cNvPicPr>
            <a:picLocks noChangeAspect="1"/>
          </p:cNvPicPr>
          <p:nvPr/>
        </p:nvPicPr>
        <p:blipFill>
          <a:blip r:embed="rId8"/>
          <a:stretch>
            <a:fillRect/>
          </a:stretch>
        </p:blipFill>
        <p:spPr>
          <a:xfrm>
            <a:off x="24764833" y="4161840"/>
            <a:ext cx="3475241" cy="2085145"/>
          </a:xfrm>
          <a:prstGeom prst="rect">
            <a:avLst/>
          </a:prstGeom>
        </p:spPr>
      </p:pic>
      <p:pic>
        <p:nvPicPr>
          <p:cNvPr id="10" name="图片 9" descr="图表, 直方图&#10;&#10;AI 生成的内容可能不正确。">
            <a:extLst>
              <a:ext uri="{FF2B5EF4-FFF2-40B4-BE49-F238E27FC236}">
                <a16:creationId xmlns:a16="http://schemas.microsoft.com/office/drawing/2014/main" id="{D679F161-FDFA-1D39-BB8C-EB2788A1C8ED}"/>
              </a:ext>
            </a:extLst>
          </p:cNvPr>
          <p:cNvPicPr>
            <a:picLocks noChangeAspect="1"/>
          </p:cNvPicPr>
          <p:nvPr/>
        </p:nvPicPr>
        <p:blipFill>
          <a:blip r:embed="rId9"/>
          <a:stretch>
            <a:fillRect/>
          </a:stretch>
        </p:blipFill>
        <p:spPr>
          <a:xfrm>
            <a:off x="24726681" y="6246985"/>
            <a:ext cx="3566504" cy="1783252"/>
          </a:xfrm>
          <a:prstGeom prst="rect">
            <a:avLst/>
          </a:prstGeom>
        </p:spPr>
      </p:pic>
    </p:spTree>
  </p:cSld>
  <p:clrMapOvr>
    <a:masterClrMapping/>
  </p:clrMapOvr>
</p:sld>
</file>

<file path=ppt/theme/theme1.xml><?xml version="1.0" encoding="utf-8"?>
<a:theme xmlns:a="http://schemas.openxmlformats.org/drawingml/2006/main" name="Default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918</TotalTime>
  <Words>1473</Words>
  <Application>Microsoft Office PowerPoint</Application>
  <PresentationFormat>自定义</PresentationFormat>
  <Paragraphs>208</Paragraphs>
  <Slides>1</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Amaranth</vt:lpstr>
      <vt:lpstr>Cambria Math</vt:lpstr>
      <vt:lpstr>Arial</vt:lpstr>
      <vt:lpstr>Titillium Web</vt:lpstr>
      <vt:lpstr>Default Design</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Yuan Li</cp:lastModifiedBy>
  <cp:revision>22</cp:revision>
  <dcterms:modified xsi:type="dcterms:W3CDTF">2025-12-14T19:34:11Z</dcterms:modified>
</cp:coreProperties>
</file>